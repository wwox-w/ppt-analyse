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6" r:id="rId1"/>
  </p:sldMasterIdLst>
  <p:notesMasterIdLst>
    <p:notesMasterId r:id="rId33"/>
  </p:notesMasterIdLst>
  <p:handoutMasterIdLst>
    <p:handoutMasterId r:id="rId34"/>
  </p:handoutMasterIdLst>
  <p:sldIdLst>
    <p:sldId id="256" r:id="rId2"/>
    <p:sldId id="1792" r:id="rId3"/>
    <p:sldId id="1789" r:id="rId4"/>
    <p:sldId id="1790" r:id="rId5"/>
    <p:sldId id="1794" r:id="rId6"/>
    <p:sldId id="257" r:id="rId7"/>
    <p:sldId id="1793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80" r:id="rId28"/>
    <p:sldId id="279" r:id="rId29"/>
    <p:sldId id="1797" r:id="rId30"/>
    <p:sldId id="1798" r:id="rId31"/>
    <p:sldId id="352" r:id="rId32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1">
          <p15:clr>
            <a:srgbClr val="A4A3A4"/>
          </p15:clr>
        </p15:guide>
        <p15:guide id="2" pos="32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880"/>
    <a:srgbClr val="CE0000"/>
    <a:srgbClr val="FF7C80"/>
    <a:srgbClr val="336699"/>
    <a:srgbClr val="6699FF"/>
    <a:srgbClr val="DDDDDD"/>
    <a:srgbClr val="EAEAEA"/>
    <a:srgbClr val="4D4D4D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E49E53-21B7-4230-A09A-0B0F30841A70}" v="4" dt="2025-03-17T13:30:35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3548" autoAdjust="0"/>
  </p:normalViewPr>
  <p:slideViewPr>
    <p:cSldViewPr snapToGrid="0">
      <p:cViewPr varScale="1">
        <p:scale>
          <a:sx n="77" d="100"/>
          <a:sy n="77" d="100"/>
        </p:scale>
        <p:origin x="812" y="56"/>
      </p:cViewPr>
      <p:guideLst>
        <p:guide orient="horz" pos="1921"/>
        <p:guide pos="3241"/>
      </p:guideLst>
    </p:cSldViewPr>
  </p:slideViewPr>
  <p:outlineViewPr>
    <p:cViewPr>
      <p:scale>
        <a:sx n="33" d="100"/>
        <a:sy n="33" d="100"/>
      </p:scale>
      <p:origin x="0" y="-3197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菲 关" userId="3774cd79a85299dd" providerId="LiveId" clId="{A2FBA933-FA2E-4651-9A52-841C910C8993}"/>
    <pc:docChg chg="undo custSel modSld">
      <pc:chgData name="菲 关" userId="3774cd79a85299dd" providerId="LiveId" clId="{A2FBA933-FA2E-4651-9A52-841C910C8993}" dt="2022-03-15T12:14:56.615" v="3" actId="6549"/>
      <pc:docMkLst>
        <pc:docMk/>
      </pc:docMkLst>
      <pc:sldChg chg="modSp mod">
        <pc:chgData name="菲 关" userId="3774cd79a85299dd" providerId="LiveId" clId="{A2FBA933-FA2E-4651-9A52-841C910C8993}" dt="2022-03-13T08:05:51.092" v="2" actId="6549"/>
        <pc:sldMkLst>
          <pc:docMk/>
          <pc:sldMk cId="0" sldId="262"/>
        </pc:sldMkLst>
      </pc:sldChg>
      <pc:sldChg chg="modSp mod">
        <pc:chgData name="菲 关" userId="3774cd79a85299dd" providerId="LiveId" clId="{A2FBA933-FA2E-4651-9A52-841C910C8993}" dt="2022-03-15T12:14:56.615" v="3" actId="6549"/>
        <pc:sldMkLst>
          <pc:docMk/>
          <pc:sldMk cId="0" sldId="263"/>
        </pc:sldMkLst>
      </pc:sldChg>
    </pc:docChg>
  </pc:docChgLst>
  <pc:docChgLst>
    <pc:chgData name="菲 关" userId="3774cd79a85299dd" providerId="LiveId" clId="{C6E49E53-21B7-4230-A09A-0B0F30841A70}"/>
    <pc:docChg chg="modSld">
      <pc:chgData name="菲 关" userId="3774cd79a85299dd" providerId="LiveId" clId="{C6E49E53-21B7-4230-A09A-0B0F30841A70}" dt="2025-03-17T13:30:35.911" v="19"/>
      <pc:docMkLst>
        <pc:docMk/>
      </pc:docMkLst>
      <pc:sldChg chg="modSp mod">
        <pc:chgData name="菲 关" userId="3774cd79a85299dd" providerId="LiveId" clId="{C6E49E53-21B7-4230-A09A-0B0F30841A70}" dt="2025-03-17T13:30:35.911" v="19"/>
        <pc:sldMkLst>
          <pc:docMk/>
          <pc:sldMk cId="0" sldId="352"/>
        </pc:sldMkLst>
        <pc:spChg chg="mod">
          <ac:chgData name="菲 关" userId="3774cd79a85299dd" providerId="LiveId" clId="{C6E49E53-21B7-4230-A09A-0B0F30841A70}" dt="2025-03-17T13:30:35.911" v="19"/>
          <ac:spMkLst>
            <pc:docMk/>
            <pc:sldMk cId="0" sldId="352"/>
            <ac:spMk id="54332" creationId="{00000000-0000-0000-0000-000000000000}"/>
          </ac:spMkLst>
        </pc:spChg>
      </pc:sldChg>
    </pc:docChg>
  </pc:docChgLst>
  <pc:docChgLst>
    <pc:chgData name="菲 关" userId="3774cd79a85299dd" providerId="LiveId" clId="{22DC8EE1-E8D1-489A-8A39-D37285DAB2EB}"/>
    <pc:docChg chg="undo custSel addSld delSld modSld">
      <pc:chgData name="菲 关" userId="3774cd79a85299dd" providerId="LiveId" clId="{22DC8EE1-E8D1-489A-8A39-D37285DAB2EB}" dt="2021-03-22T08:10:30.279" v="34" actId="108"/>
      <pc:docMkLst>
        <pc:docMk/>
      </pc:docMkLst>
      <pc:sldChg chg="modSp add">
        <pc:chgData name="菲 关" userId="3774cd79a85299dd" providerId="LiveId" clId="{22DC8EE1-E8D1-489A-8A39-D37285DAB2EB}" dt="2021-03-22T08:02:05.442" v="1" actId="108"/>
        <pc:sldMkLst>
          <pc:docMk/>
          <pc:sldMk cId="0" sldId="256"/>
        </pc:sldMkLst>
      </pc:sldChg>
      <pc:sldChg chg="delSp add">
        <pc:chgData name="菲 关" userId="3774cd79a85299dd" providerId="LiveId" clId="{22DC8EE1-E8D1-489A-8A39-D37285DAB2EB}" dt="2021-03-22T08:03:55.511" v="4" actId="478"/>
        <pc:sldMkLst>
          <pc:docMk/>
          <pc:sldMk cId="0" sldId="257"/>
        </pc:sldMkLst>
      </pc:sldChg>
      <pc:sldChg chg="delSp add">
        <pc:chgData name="菲 关" userId="3774cd79a85299dd" providerId="LiveId" clId="{22DC8EE1-E8D1-489A-8A39-D37285DAB2EB}" dt="2021-03-22T08:03:57.558" v="5" actId="478"/>
        <pc:sldMkLst>
          <pc:docMk/>
          <pc:sldMk cId="0" sldId="258"/>
        </pc:sldMkLst>
      </pc:sldChg>
      <pc:sldChg chg="delSp add">
        <pc:chgData name="菲 关" userId="3774cd79a85299dd" providerId="LiveId" clId="{22DC8EE1-E8D1-489A-8A39-D37285DAB2EB}" dt="2021-03-22T08:03:59.830" v="6" actId="478"/>
        <pc:sldMkLst>
          <pc:docMk/>
          <pc:sldMk cId="0" sldId="259"/>
        </pc:sldMkLst>
      </pc:sldChg>
      <pc:sldChg chg="delSp add">
        <pc:chgData name="菲 关" userId="3774cd79a85299dd" providerId="LiveId" clId="{22DC8EE1-E8D1-489A-8A39-D37285DAB2EB}" dt="2021-03-22T08:04:02.237" v="7" actId="478"/>
        <pc:sldMkLst>
          <pc:docMk/>
          <pc:sldMk cId="0" sldId="260"/>
        </pc:sldMkLst>
      </pc:sldChg>
      <pc:sldChg chg="delSp add">
        <pc:chgData name="菲 关" userId="3774cd79a85299dd" providerId="LiveId" clId="{22DC8EE1-E8D1-489A-8A39-D37285DAB2EB}" dt="2021-03-22T08:04:03.630" v="8" actId="478"/>
        <pc:sldMkLst>
          <pc:docMk/>
          <pc:sldMk cId="0" sldId="261"/>
        </pc:sldMkLst>
      </pc:sldChg>
      <pc:sldChg chg="delSp add">
        <pc:chgData name="菲 关" userId="3774cd79a85299dd" providerId="LiveId" clId="{22DC8EE1-E8D1-489A-8A39-D37285DAB2EB}" dt="2021-03-22T08:04:07.181" v="9" actId="478"/>
        <pc:sldMkLst>
          <pc:docMk/>
          <pc:sldMk cId="0" sldId="262"/>
        </pc:sldMkLst>
      </pc:sldChg>
      <pc:sldChg chg="delSp add">
        <pc:chgData name="菲 关" userId="3774cd79a85299dd" providerId="LiveId" clId="{22DC8EE1-E8D1-489A-8A39-D37285DAB2EB}" dt="2021-03-22T08:04:10.118" v="10" actId="478"/>
        <pc:sldMkLst>
          <pc:docMk/>
          <pc:sldMk cId="0" sldId="263"/>
        </pc:sldMkLst>
      </pc:sldChg>
      <pc:sldChg chg="delSp add">
        <pc:chgData name="菲 关" userId="3774cd79a85299dd" providerId="LiveId" clId="{22DC8EE1-E8D1-489A-8A39-D37285DAB2EB}" dt="2021-03-22T08:04:11.783" v="11" actId="478"/>
        <pc:sldMkLst>
          <pc:docMk/>
          <pc:sldMk cId="0" sldId="264"/>
        </pc:sldMkLst>
      </pc:sldChg>
      <pc:sldChg chg="delSp add">
        <pc:chgData name="菲 关" userId="3774cd79a85299dd" providerId="LiveId" clId="{22DC8EE1-E8D1-489A-8A39-D37285DAB2EB}" dt="2021-03-22T08:04:13.189" v="12" actId="478"/>
        <pc:sldMkLst>
          <pc:docMk/>
          <pc:sldMk cId="0" sldId="265"/>
        </pc:sldMkLst>
      </pc:sldChg>
      <pc:sldChg chg="delSp add">
        <pc:chgData name="菲 关" userId="3774cd79a85299dd" providerId="LiveId" clId="{22DC8EE1-E8D1-489A-8A39-D37285DAB2EB}" dt="2021-03-22T08:04:14.645" v="13" actId="478"/>
        <pc:sldMkLst>
          <pc:docMk/>
          <pc:sldMk cId="0" sldId="266"/>
        </pc:sldMkLst>
      </pc:sldChg>
      <pc:sldChg chg="delSp add">
        <pc:chgData name="菲 关" userId="3774cd79a85299dd" providerId="LiveId" clId="{22DC8EE1-E8D1-489A-8A39-D37285DAB2EB}" dt="2021-03-22T08:04:16.565" v="14" actId="478"/>
        <pc:sldMkLst>
          <pc:docMk/>
          <pc:sldMk cId="0" sldId="267"/>
        </pc:sldMkLst>
      </pc:sldChg>
      <pc:sldChg chg="delSp add">
        <pc:chgData name="菲 关" userId="3774cd79a85299dd" providerId="LiveId" clId="{22DC8EE1-E8D1-489A-8A39-D37285DAB2EB}" dt="2021-03-22T08:04:18.391" v="15" actId="478"/>
        <pc:sldMkLst>
          <pc:docMk/>
          <pc:sldMk cId="0" sldId="268"/>
        </pc:sldMkLst>
      </pc:sldChg>
      <pc:sldChg chg="delSp add">
        <pc:chgData name="菲 关" userId="3774cd79a85299dd" providerId="LiveId" clId="{22DC8EE1-E8D1-489A-8A39-D37285DAB2EB}" dt="2021-03-22T08:04:20.518" v="16" actId="478"/>
        <pc:sldMkLst>
          <pc:docMk/>
          <pc:sldMk cId="0" sldId="269"/>
        </pc:sldMkLst>
      </pc:sldChg>
      <pc:sldChg chg="delSp add">
        <pc:chgData name="菲 关" userId="3774cd79a85299dd" providerId="LiveId" clId="{22DC8EE1-E8D1-489A-8A39-D37285DAB2EB}" dt="2021-03-22T08:04:22.798" v="17" actId="478"/>
        <pc:sldMkLst>
          <pc:docMk/>
          <pc:sldMk cId="0" sldId="270"/>
        </pc:sldMkLst>
      </pc:sldChg>
      <pc:sldChg chg="delSp add">
        <pc:chgData name="菲 关" userId="3774cd79a85299dd" providerId="LiveId" clId="{22DC8EE1-E8D1-489A-8A39-D37285DAB2EB}" dt="2021-03-22T08:04:24.126" v="18" actId="478"/>
        <pc:sldMkLst>
          <pc:docMk/>
          <pc:sldMk cId="0" sldId="271"/>
        </pc:sldMkLst>
      </pc:sldChg>
      <pc:sldChg chg="delSp add">
        <pc:chgData name="菲 关" userId="3774cd79a85299dd" providerId="LiveId" clId="{22DC8EE1-E8D1-489A-8A39-D37285DAB2EB}" dt="2021-03-22T08:04:25.673" v="19" actId="478"/>
        <pc:sldMkLst>
          <pc:docMk/>
          <pc:sldMk cId="0" sldId="272"/>
        </pc:sldMkLst>
      </pc:sldChg>
      <pc:sldChg chg="delSp add">
        <pc:chgData name="菲 关" userId="3774cd79a85299dd" providerId="LiveId" clId="{22DC8EE1-E8D1-489A-8A39-D37285DAB2EB}" dt="2021-03-22T08:04:26.989" v="20" actId="478"/>
        <pc:sldMkLst>
          <pc:docMk/>
          <pc:sldMk cId="0" sldId="273"/>
        </pc:sldMkLst>
      </pc:sldChg>
      <pc:sldChg chg="delSp add">
        <pc:chgData name="菲 关" userId="3774cd79a85299dd" providerId="LiveId" clId="{22DC8EE1-E8D1-489A-8A39-D37285DAB2EB}" dt="2021-03-22T08:04:28.382" v="21" actId="478"/>
        <pc:sldMkLst>
          <pc:docMk/>
          <pc:sldMk cId="0" sldId="274"/>
        </pc:sldMkLst>
      </pc:sldChg>
      <pc:sldChg chg="delSp add">
        <pc:chgData name="菲 关" userId="3774cd79a85299dd" providerId="LiveId" clId="{22DC8EE1-E8D1-489A-8A39-D37285DAB2EB}" dt="2021-03-22T08:04:29.671" v="22" actId="478"/>
        <pc:sldMkLst>
          <pc:docMk/>
          <pc:sldMk cId="0" sldId="275"/>
        </pc:sldMkLst>
      </pc:sldChg>
      <pc:sldChg chg="delSp add">
        <pc:chgData name="菲 关" userId="3774cd79a85299dd" providerId="LiveId" clId="{22DC8EE1-E8D1-489A-8A39-D37285DAB2EB}" dt="2021-03-22T08:04:30.990" v="23" actId="478"/>
        <pc:sldMkLst>
          <pc:docMk/>
          <pc:sldMk cId="0" sldId="276"/>
        </pc:sldMkLst>
      </pc:sldChg>
      <pc:sldChg chg="delSp add">
        <pc:chgData name="菲 关" userId="3774cd79a85299dd" providerId="LiveId" clId="{22DC8EE1-E8D1-489A-8A39-D37285DAB2EB}" dt="2021-03-22T08:04:33.799" v="25" actId="478"/>
        <pc:sldMkLst>
          <pc:docMk/>
          <pc:sldMk cId="0" sldId="279"/>
        </pc:sldMkLst>
      </pc:sldChg>
      <pc:sldChg chg="delSp add">
        <pc:chgData name="菲 关" userId="3774cd79a85299dd" providerId="LiveId" clId="{22DC8EE1-E8D1-489A-8A39-D37285DAB2EB}" dt="2021-03-22T08:04:32.349" v="24" actId="478"/>
        <pc:sldMkLst>
          <pc:docMk/>
          <pc:sldMk cId="0" sldId="280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993896916" sldId="562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202021751" sldId="563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706147112" sldId="564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036809961" sldId="610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304918894" sldId="623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974434141" sldId="624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527745147" sldId="625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191280698" sldId="626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2566527838" sldId="627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386367264" sldId="1557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2829267164" sldId="1563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895742137" sldId="1566"/>
        </pc:sldMkLst>
      </pc:sldChg>
      <pc:sldChg chg="del">
        <pc:chgData name="菲 关" userId="3774cd79a85299dd" providerId="LiveId" clId="{22DC8EE1-E8D1-489A-8A39-D37285DAB2EB}" dt="2021-03-22T08:03:14.229" v="3" actId="47"/>
        <pc:sldMkLst>
          <pc:docMk/>
          <pc:sldMk cId="463015557" sldId="1739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254717867" sldId="1740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15126030" sldId="1741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545879829" sldId="1742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334168270" sldId="1743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825789703" sldId="1744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179389603" sldId="1745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825322320" sldId="1746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343663165" sldId="1747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815449539" sldId="1748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720534030" sldId="1749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45098618" sldId="1750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788554358" sldId="1751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023113657" sldId="1752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183836776" sldId="1753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759358780" sldId="1754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774554852" sldId="1755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561654205" sldId="1756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359979699" sldId="1757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444138743" sldId="1758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486377613" sldId="1759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214542115" sldId="1760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383048596" sldId="1761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2766123954" sldId="1762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0960954" sldId="1763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853168265" sldId="1764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951979943" sldId="1765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2033686773" sldId="1766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653559352" sldId="1767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647664986" sldId="1768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725539275" sldId="1769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577903391" sldId="1770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865539829" sldId="1771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012937813" sldId="1772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2142988236" sldId="1773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4140650206" sldId="1774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829998376" sldId="1775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918785265" sldId="1776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435807212" sldId="1777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2500548951" sldId="1778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984344256" sldId="1779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125590605" sldId="1780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653980016" sldId="1781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269943102" sldId="1782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240585692" sldId="1783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153798643" sldId="1784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656613599" sldId="1785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2428159117" sldId="1786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46932711" sldId="1787"/>
        </pc:sldMkLst>
      </pc:sldChg>
      <pc:sldChg chg="add del">
        <pc:chgData name="菲 关" userId="3774cd79a85299dd" providerId="LiveId" clId="{22DC8EE1-E8D1-489A-8A39-D37285DAB2EB}" dt="2021-03-22T08:09:54.185" v="33" actId="47"/>
        <pc:sldMkLst>
          <pc:docMk/>
          <pc:sldMk cId="2321035178" sldId="1788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512585946" sldId="1789"/>
        </pc:sldMkLst>
      </pc:sldChg>
      <pc:sldChg chg="add">
        <pc:chgData name="菲 关" userId="3774cd79a85299dd" providerId="LiveId" clId="{22DC8EE1-E8D1-489A-8A39-D37285DAB2EB}" dt="2021-03-22T08:07:30.843" v="27"/>
        <pc:sldMkLst>
          <pc:docMk/>
          <pc:sldMk cId="3642057914" sldId="1789"/>
        </pc:sldMkLst>
      </pc:sldChg>
      <pc:sldChg chg="add del">
        <pc:chgData name="菲 关" userId="3774cd79a85299dd" providerId="LiveId" clId="{22DC8EE1-E8D1-489A-8A39-D37285DAB2EB}" dt="2021-03-22T08:09:38.128" v="30"/>
        <pc:sldMkLst>
          <pc:docMk/>
          <pc:sldMk cId="652727556" sldId="1790"/>
        </pc:sldMkLst>
      </pc:sldChg>
      <pc:sldChg chg="modSp add mod">
        <pc:chgData name="菲 关" userId="3774cd79a85299dd" providerId="LiveId" clId="{22DC8EE1-E8D1-489A-8A39-D37285DAB2EB}" dt="2021-03-22T08:10:30.279" v="34" actId="108"/>
        <pc:sldMkLst>
          <pc:docMk/>
          <pc:sldMk cId="3385387945" sldId="1790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4261623443" sldId="1790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129557237" sldId="1791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973124158" sldId="1792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015889341" sldId="1793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2684599306" sldId="1794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3302637664" sldId="1795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2732069075" sldId="1796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1146158916" sldId="1797"/>
        </pc:sldMkLst>
      </pc:sldChg>
      <pc:sldChg chg="del">
        <pc:chgData name="菲 关" userId="3774cd79a85299dd" providerId="LiveId" clId="{22DC8EE1-E8D1-489A-8A39-D37285DAB2EB}" dt="2021-03-22T08:03:06.782" v="2" actId="47"/>
        <pc:sldMkLst>
          <pc:docMk/>
          <pc:sldMk cId="695243732" sldId="1798"/>
        </pc:sldMkLst>
      </pc:sldChg>
      <pc:sldMasterChg chg="delSldLayout">
        <pc:chgData name="菲 关" userId="3774cd79a85299dd" providerId="LiveId" clId="{22DC8EE1-E8D1-489A-8A39-D37285DAB2EB}" dt="2021-03-22T08:03:06.782" v="2" actId="47"/>
        <pc:sldMasterMkLst>
          <pc:docMk/>
          <pc:sldMasterMk cId="0" sldId="2147483656"/>
        </pc:sldMasterMkLst>
        <pc:sldLayoutChg chg="del">
          <pc:chgData name="菲 关" userId="3774cd79a85299dd" providerId="LiveId" clId="{22DC8EE1-E8D1-489A-8A39-D37285DAB2EB}" dt="2021-03-22T08:03:06.782" v="2" actId="47"/>
          <pc:sldLayoutMkLst>
            <pc:docMk/>
            <pc:sldMasterMk cId="0" sldId="2147483656"/>
            <pc:sldLayoutMk cId="4042288265" sldId="2147483663"/>
          </pc:sldLayoutMkLst>
        </pc:sldLayoutChg>
      </pc:sldMasterChg>
    </pc:docChg>
  </pc:docChgLst>
  <pc:docChgLst>
    <pc:chgData name="菲 关" userId="3774cd79a85299dd" providerId="LiveId" clId="{7C152593-2D41-4A10-ABF0-F6D08AA842DC}"/>
    <pc:docChg chg="modSld sldOrd">
      <pc:chgData name="菲 关" userId="3774cd79a85299dd" providerId="LiveId" clId="{7C152593-2D41-4A10-ABF0-F6D08AA842DC}" dt="2023-03-09T06:58:23.318" v="13" actId="20577"/>
      <pc:docMkLst>
        <pc:docMk/>
      </pc:docMkLst>
      <pc:sldChg chg="addSp modSp">
        <pc:chgData name="菲 关" userId="3774cd79a85299dd" providerId="LiveId" clId="{7C152593-2D41-4A10-ABF0-F6D08AA842DC}" dt="2023-03-08T03:59:37.449" v="0"/>
        <pc:sldMkLst>
          <pc:docMk/>
          <pc:sldMk cId="0" sldId="256"/>
        </pc:sldMkLst>
      </pc:sldChg>
      <pc:sldChg chg="modSp mod">
        <pc:chgData name="菲 关" userId="3774cd79a85299dd" providerId="LiveId" clId="{7C152593-2D41-4A10-ABF0-F6D08AA842DC}" dt="2023-03-09T05:07:41.239" v="8" actId="20577"/>
        <pc:sldMkLst>
          <pc:docMk/>
          <pc:sldMk cId="0" sldId="261"/>
        </pc:sldMkLst>
      </pc:sldChg>
      <pc:sldChg chg="modSp mod">
        <pc:chgData name="菲 关" userId="3774cd79a85299dd" providerId="LiveId" clId="{7C152593-2D41-4A10-ABF0-F6D08AA842DC}" dt="2023-03-09T06:05:49.091" v="9" actId="207"/>
        <pc:sldMkLst>
          <pc:docMk/>
          <pc:sldMk cId="0" sldId="263"/>
        </pc:sldMkLst>
      </pc:sldChg>
      <pc:sldChg chg="modSp mod">
        <pc:chgData name="菲 关" userId="3774cd79a85299dd" providerId="LiveId" clId="{7C152593-2D41-4A10-ABF0-F6D08AA842DC}" dt="2023-03-09T06:58:23.318" v="13" actId="20577"/>
        <pc:sldMkLst>
          <pc:docMk/>
          <pc:sldMk cId="0" sldId="265"/>
        </pc:sldMkLst>
      </pc:sldChg>
      <pc:sldChg chg="ord">
        <pc:chgData name="菲 关" userId="3774cd79a85299dd" providerId="LiveId" clId="{7C152593-2D41-4A10-ABF0-F6D08AA842DC}" dt="2023-03-09T04:42:44.642" v="2"/>
        <pc:sldMkLst>
          <pc:docMk/>
          <pc:sldMk cId="2348402736" sldId="1792"/>
        </pc:sldMkLst>
      </pc:sldChg>
      <pc:sldChg chg="modSp mod">
        <pc:chgData name="菲 关" userId="3774cd79a85299dd" providerId="LiveId" clId="{7C152593-2D41-4A10-ABF0-F6D08AA842DC}" dt="2023-03-09T04:52:41.562" v="4" actId="20577"/>
        <pc:sldMkLst>
          <pc:docMk/>
          <pc:sldMk cId="3487088721" sldId="1794"/>
        </pc:sldMkLst>
      </pc:sldChg>
    </pc:docChg>
  </pc:docChgLst>
  <pc:docChgLst>
    <pc:chgData name="菲 关" userId="3774cd79a85299dd" providerId="LiveId" clId="{155B06C2-168A-4C99-958A-B2E24375F671}"/>
    <pc:docChg chg="undo redo custSel addSld delSld modSld">
      <pc:chgData name="菲 关" userId="3774cd79a85299dd" providerId="LiveId" clId="{155B06C2-168A-4C99-958A-B2E24375F671}" dt="2023-03-07T08:20:42.416" v="438" actId="1035"/>
      <pc:docMkLst>
        <pc:docMk/>
      </pc:docMkLst>
      <pc:sldChg chg="addSp modSp mod">
        <pc:chgData name="菲 关" userId="3774cd79a85299dd" providerId="LiveId" clId="{155B06C2-168A-4C99-958A-B2E24375F671}" dt="2023-03-07T08:20:42.416" v="438" actId="1035"/>
        <pc:sldMkLst>
          <pc:docMk/>
          <pc:sldMk cId="0" sldId="257"/>
        </pc:sldMkLst>
      </pc:sldChg>
      <pc:sldChg chg="del">
        <pc:chgData name="菲 关" userId="3774cd79a85299dd" providerId="LiveId" clId="{155B06C2-168A-4C99-958A-B2E24375F671}" dt="2023-03-07T08:18:18.194" v="362" actId="47"/>
        <pc:sldMkLst>
          <pc:docMk/>
          <pc:sldMk cId="2187485119" sldId="1791"/>
        </pc:sldMkLst>
      </pc:sldChg>
      <pc:sldChg chg="modSp mod">
        <pc:chgData name="菲 关" userId="3774cd79a85299dd" providerId="LiveId" clId="{155B06C2-168A-4C99-958A-B2E24375F671}" dt="2023-03-07T08:18:31.482" v="363" actId="207"/>
        <pc:sldMkLst>
          <pc:docMk/>
          <pc:sldMk cId="2348402736" sldId="1792"/>
        </pc:sldMkLst>
      </pc:sldChg>
      <pc:sldChg chg="addSp delSp modSp add mod modNotesTx">
        <pc:chgData name="菲 关" userId="3774cd79a85299dd" providerId="LiveId" clId="{155B06C2-168A-4C99-958A-B2E24375F671}" dt="2023-03-07T08:10:07.091" v="288" actId="20577"/>
        <pc:sldMkLst>
          <pc:docMk/>
          <pc:sldMk cId="4208776912" sldId="1813"/>
        </pc:sldMkLst>
      </pc:sldChg>
      <pc:sldChg chg="addSp modSp add mod">
        <pc:chgData name="菲 关" userId="3774cd79a85299dd" providerId="LiveId" clId="{155B06C2-168A-4C99-958A-B2E24375F671}" dt="2023-03-07T08:17:42.391" v="360" actId="207"/>
        <pc:sldMkLst>
          <pc:docMk/>
          <pc:sldMk cId="4129742846" sldId="1814"/>
        </pc:sldMkLst>
      </pc:sldChg>
      <pc:sldChg chg="modSp add mod">
        <pc:chgData name="菲 关" userId="3774cd79a85299dd" providerId="LiveId" clId="{155B06C2-168A-4C99-958A-B2E24375F671}" dt="2023-03-07T08:17:46.604" v="361" actId="207"/>
        <pc:sldMkLst>
          <pc:docMk/>
          <pc:sldMk cId="997885934" sldId="1815"/>
        </pc:sldMkLst>
      </pc:sldChg>
    </pc:docChg>
  </pc:docChgLst>
  <pc:docChgLst>
    <pc:chgData name="菲 关" userId="3774cd79a85299dd" providerId="LiveId" clId="{2283FC58-CCFF-44B3-8DCA-7A0A904DB2AE}"/>
    <pc:docChg chg="undo redo custSel addSld delSld modSld sldOrd delMainMaster modMainMaster">
      <pc:chgData name="菲 关" userId="3774cd79a85299dd" providerId="LiveId" clId="{2283FC58-CCFF-44B3-8DCA-7A0A904DB2AE}" dt="2021-03-10T09:11:32.212" v="721" actId="478"/>
      <pc:docMkLst>
        <pc:docMk/>
      </pc:docMkLst>
      <pc:sldChg chg="delSp">
        <pc:chgData name="菲 关" userId="3774cd79a85299dd" providerId="LiveId" clId="{2283FC58-CCFF-44B3-8DCA-7A0A904DB2AE}" dt="2021-03-10T06:36:50.116" v="11" actId="478"/>
        <pc:sldMkLst>
          <pc:docMk/>
          <pc:sldMk cId="0" sldId="257"/>
        </pc:sldMkLst>
      </pc:sldChg>
      <pc:sldChg chg="delSp">
        <pc:chgData name="菲 关" userId="3774cd79a85299dd" providerId="LiveId" clId="{2283FC58-CCFF-44B3-8DCA-7A0A904DB2AE}" dt="2021-03-10T06:37:28.956" v="12" actId="478"/>
        <pc:sldMkLst>
          <pc:docMk/>
          <pc:sldMk cId="0" sldId="258"/>
        </pc:sldMkLst>
      </pc:sldChg>
      <pc:sldChg chg="delSp">
        <pc:chgData name="菲 关" userId="3774cd79a85299dd" providerId="LiveId" clId="{2283FC58-CCFF-44B3-8DCA-7A0A904DB2AE}" dt="2021-03-10T06:37:32.918" v="13" actId="478"/>
        <pc:sldMkLst>
          <pc:docMk/>
          <pc:sldMk cId="0" sldId="259"/>
        </pc:sldMkLst>
      </pc:sldChg>
      <pc:sldChg chg="delSp ord">
        <pc:chgData name="菲 关" userId="3774cd79a85299dd" providerId="LiveId" clId="{2283FC58-CCFF-44B3-8DCA-7A0A904DB2AE}" dt="2021-03-10T07:59:08.964" v="246"/>
        <pc:sldMkLst>
          <pc:docMk/>
          <pc:sldMk cId="0" sldId="288"/>
        </pc:sldMkLst>
      </pc:sldChg>
      <pc:sldChg chg="delSp modSp mod">
        <pc:chgData name="菲 关" userId="3774cd79a85299dd" providerId="LiveId" clId="{2283FC58-CCFF-44B3-8DCA-7A0A904DB2AE}" dt="2021-03-10T08:01:41.775" v="247" actId="20577"/>
        <pc:sldMkLst>
          <pc:docMk/>
          <pc:sldMk cId="0" sldId="289"/>
        </pc:sldMkLst>
      </pc:sldChg>
      <pc:sldChg chg="delSp">
        <pc:chgData name="菲 关" userId="3774cd79a85299dd" providerId="LiveId" clId="{2283FC58-CCFF-44B3-8DCA-7A0A904DB2AE}" dt="2021-03-10T06:37:39.052" v="16" actId="478"/>
        <pc:sldMkLst>
          <pc:docMk/>
          <pc:sldMk cId="0" sldId="290"/>
        </pc:sldMkLst>
      </pc:sldChg>
      <pc:sldChg chg="addSp delSp modSp">
        <pc:chgData name="菲 关" userId="3774cd79a85299dd" providerId="LiveId" clId="{2283FC58-CCFF-44B3-8DCA-7A0A904DB2AE}" dt="2021-03-10T06:37:44.260" v="19" actId="478"/>
        <pc:sldMkLst>
          <pc:docMk/>
          <pc:sldMk cId="0" sldId="291"/>
        </pc:sldMkLst>
      </pc:sldChg>
      <pc:sldChg chg="delSp modSp mod">
        <pc:chgData name="菲 关" userId="3774cd79a85299dd" providerId="LiveId" clId="{2283FC58-CCFF-44B3-8DCA-7A0A904DB2AE}" dt="2021-03-10T08:46:03.364" v="424" actId="1036"/>
        <pc:sldMkLst>
          <pc:docMk/>
          <pc:sldMk cId="0" sldId="292"/>
        </pc:sldMkLst>
      </pc:sldChg>
      <pc:sldChg chg="delSp">
        <pc:chgData name="菲 关" userId="3774cd79a85299dd" providerId="LiveId" clId="{2283FC58-CCFF-44B3-8DCA-7A0A904DB2AE}" dt="2021-03-10T06:37:47.284" v="21" actId="478"/>
        <pc:sldMkLst>
          <pc:docMk/>
          <pc:sldMk cId="0" sldId="293"/>
        </pc:sldMkLst>
      </pc:sldChg>
      <pc:sldChg chg="delSp">
        <pc:chgData name="菲 关" userId="3774cd79a85299dd" providerId="LiveId" clId="{2283FC58-CCFF-44B3-8DCA-7A0A904DB2AE}" dt="2021-03-10T06:37:49.047" v="22" actId="478"/>
        <pc:sldMkLst>
          <pc:docMk/>
          <pc:sldMk cId="0" sldId="294"/>
        </pc:sldMkLst>
      </pc:sldChg>
      <pc:sldChg chg="delSp">
        <pc:chgData name="菲 关" userId="3774cd79a85299dd" providerId="LiveId" clId="{2283FC58-CCFF-44B3-8DCA-7A0A904DB2AE}" dt="2021-03-10T06:37:50.454" v="23" actId="478"/>
        <pc:sldMkLst>
          <pc:docMk/>
          <pc:sldMk cId="0" sldId="295"/>
        </pc:sldMkLst>
      </pc:sldChg>
      <pc:sldChg chg="delSp">
        <pc:chgData name="菲 关" userId="3774cd79a85299dd" providerId="LiveId" clId="{2283FC58-CCFF-44B3-8DCA-7A0A904DB2AE}" dt="2021-03-10T06:37:54.351" v="24" actId="478"/>
        <pc:sldMkLst>
          <pc:docMk/>
          <pc:sldMk cId="0" sldId="296"/>
        </pc:sldMkLst>
      </pc:sldChg>
      <pc:sldChg chg="delSp">
        <pc:chgData name="菲 关" userId="3774cd79a85299dd" providerId="LiveId" clId="{2283FC58-CCFF-44B3-8DCA-7A0A904DB2AE}" dt="2021-03-10T06:37:56.070" v="25" actId="478"/>
        <pc:sldMkLst>
          <pc:docMk/>
          <pc:sldMk cId="0" sldId="297"/>
        </pc:sldMkLst>
      </pc:sldChg>
      <pc:sldChg chg="delSp">
        <pc:chgData name="菲 关" userId="3774cd79a85299dd" providerId="LiveId" clId="{2283FC58-CCFF-44B3-8DCA-7A0A904DB2AE}" dt="2021-03-10T06:37:57.757" v="26" actId="478"/>
        <pc:sldMkLst>
          <pc:docMk/>
          <pc:sldMk cId="0" sldId="298"/>
        </pc:sldMkLst>
      </pc:sldChg>
      <pc:sldChg chg="delSp modSp mod">
        <pc:chgData name="菲 关" userId="3774cd79a85299dd" providerId="LiveId" clId="{2283FC58-CCFF-44B3-8DCA-7A0A904DB2AE}" dt="2021-03-10T09:00:29.773" v="563" actId="1035"/>
        <pc:sldMkLst>
          <pc:docMk/>
          <pc:sldMk cId="0" sldId="299"/>
        </pc:sldMkLst>
      </pc:sldChg>
      <pc:sldChg chg="addSp delSp modSp">
        <pc:chgData name="菲 关" userId="3774cd79a85299dd" providerId="LiveId" clId="{2283FC58-CCFF-44B3-8DCA-7A0A904DB2AE}" dt="2021-03-10T06:38:05.051" v="30" actId="478"/>
        <pc:sldMkLst>
          <pc:docMk/>
          <pc:sldMk cId="0" sldId="300"/>
        </pc:sldMkLst>
      </pc:sldChg>
      <pc:sldChg chg="delSp">
        <pc:chgData name="菲 关" userId="3774cd79a85299dd" providerId="LiveId" clId="{2283FC58-CCFF-44B3-8DCA-7A0A904DB2AE}" dt="2021-03-10T06:38:06.917" v="31" actId="478"/>
        <pc:sldMkLst>
          <pc:docMk/>
          <pc:sldMk cId="0" sldId="301"/>
        </pc:sldMkLst>
      </pc:sldChg>
      <pc:sldChg chg="delSp">
        <pc:chgData name="菲 关" userId="3774cd79a85299dd" providerId="LiveId" clId="{2283FC58-CCFF-44B3-8DCA-7A0A904DB2AE}" dt="2021-03-10T06:38:08.549" v="32" actId="478"/>
        <pc:sldMkLst>
          <pc:docMk/>
          <pc:sldMk cId="0" sldId="302"/>
        </pc:sldMkLst>
      </pc:sldChg>
      <pc:sldChg chg="delSp">
        <pc:chgData name="菲 关" userId="3774cd79a85299dd" providerId="LiveId" clId="{2283FC58-CCFF-44B3-8DCA-7A0A904DB2AE}" dt="2021-03-10T06:38:10.156" v="33" actId="478"/>
        <pc:sldMkLst>
          <pc:docMk/>
          <pc:sldMk cId="0" sldId="303"/>
        </pc:sldMkLst>
      </pc:sldChg>
      <pc:sldChg chg="delSp">
        <pc:chgData name="菲 关" userId="3774cd79a85299dd" providerId="LiveId" clId="{2283FC58-CCFF-44B3-8DCA-7A0A904DB2AE}" dt="2021-03-10T06:38:12.598" v="34" actId="478"/>
        <pc:sldMkLst>
          <pc:docMk/>
          <pc:sldMk cId="0" sldId="304"/>
        </pc:sldMkLst>
      </pc:sldChg>
      <pc:sldChg chg="delSp">
        <pc:chgData name="菲 关" userId="3774cd79a85299dd" providerId="LiveId" clId="{2283FC58-CCFF-44B3-8DCA-7A0A904DB2AE}" dt="2021-03-10T06:38:15.508" v="36" actId="478"/>
        <pc:sldMkLst>
          <pc:docMk/>
          <pc:sldMk cId="0" sldId="306"/>
        </pc:sldMkLst>
      </pc:sldChg>
      <pc:sldChg chg="delSp">
        <pc:chgData name="菲 关" userId="3774cd79a85299dd" providerId="LiveId" clId="{2283FC58-CCFF-44B3-8DCA-7A0A904DB2AE}" dt="2021-03-10T06:38:19.076" v="37" actId="478"/>
        <pc:sldMkLst>
          <pc:docMk/>
          <pc:sldMk cId="0" sldId="307"/>
        </pc:sldMkLst>
      </pc:sldChg>
      <pc:sldChg chg="delSp">
        <pc:chgData name="菲 关" userId="3774cd79a85299dd" providerId="LiveId" clId="{2283FC58-CCFF-44B3-8DCA-7A0A904DB2AE}" dt="2021-03-10T06:38:20.668" v="38" actId="478"/>
        <pc:sldMkLst>
          <pc:docMk/>
          <pc:sldMk cId="0" sldId="308"/>
        </pc:sldMkLst>
      </pc:sldChg>
      <pc:sldChg chg="delSp">
        <pc:chgData name="菲 关" userId="3774cd79a85299dd" providerId="LiveId" clId="{2283FC58-CCFF-44B3-8DCA-7A0A904DB2AE}" dt="2021-03-10T06:38:22.476" v="39" actId="478"/>
        <pc:sldMkLst>
          <pc:docMk/>
          <pc:sldMk cId="0" sldId="309"/>
        </pc:sldMkLst>
      </pc:sldChg>
      <pc:sldChg chg="delSp">
        <pc:chgData name="菲 关" userId="3774cd79a85299dd" providerId="LiveId" clId="{2283FC58-CCFF-44B3-8DCA-7A0A904DB2AE}" dt="2021-03-10T06:38:27.500" v="40" actId="478"/>
        <pc:sldMkLst>
          <pc:docMk/>
          <pc:sldMk cId="0" sldId="310"/>
        </pc:sldMkLst>
      </pc:sldChg>
      <pc:sldChg chg="delSp">
        <pc:chgData name="菲 关" userId="3774cd79a85299dd" providerId="LiveId" clId="{2283FC58-CCFF-44B3-8DCA-7A0A904DB2AE}" dt="2021-03-10T06:38:30.877" v="42" actId="478"/>
        <pc:sldMkLst>
          <pc:docMk/>
          <pc:sldMk cId="0" sldId="311"/>
        </pc:sldMkLst>
      </pc:sldChg>
      <pc:sldChg chg="delSp">
        <pc:chgData name="菲 关" userId="3774cd79a85299dd" providerId="LiveId" clId="{2283FC58-CCFF-44B3-8DCA-7A0A904DB2AE}" dt="2021-03-10T06:38:32.836" v="43" actId="478"/>
        <pc:sldMkLst>
          <pc:docMk/>
          <pc:sldMk cId="0" sldId="312"/>
        </pc:sldMkLst>
      </pc:sldChg>
      <pc:sldChg chg="addSp delSp modSp">
        <pc:chgData name="菲 关" userId="3774cd79a85299dd" providerId="LiveId" clId="{2283FC58-CCFF-44B3-8DCA-7A0A904DB2AE}" dt="2021-03-10T06:38:38.180" v="46" actId="478"/>
        <pc:sldMkLst>
          <pc:docMk/>
          <pc:sldMk cId="0" sldId="313"/>
        </pc:sldMkLst>
      </pc:sldChg>
      <pc:sldChg chg="delSp">
        <pc:chgData name="菲 关" userId="3774cd79a85299dd" providerId="LiveId" clId="{2283FC58-CCFF-44B3-8DCA-7A0A904DB2AE}" dt="2021-03-10T06:38:39.974" v="47" actId="478"/>
        <pc:sldMkLst>
          <pc:docMk/>
          <pc:sldMk cId="0" sldId="314"/>
        </pc:sldMkLst>
      </pc:sldChg>
      <pc:sldChg chg="delSp">
        <pc:chgData name="菲 关" userId="3774cd79a85299dd" providerId="LiveId" clId="{2283FC58-CCFF-44B3-8DCA-7A0A904DB2AE}" dt="2021-03-10T06:38:42.100" v="48" actId="478"/>
        <pc:sldMkLst>
          <pc:docMk/>
          <pc:sldMk cId="0" sldId="315"/>
        </pc:sldMkLst>
      </pc:sldChg>
      <pc:sldChg chg="delSp">
        <pc:chgData name="菲 关" userId="3774cd79a85299dd" providerId="LiveId" clId="{2283FC58-CCFF-44B3-8DCA-7A0A904DB2AE}" dt="2021-03-10T06:38:29.356" v="41" actId="478"/>
        <pc:sldMkLst>
          <pc:docMk/>
          <pc:sldMk cId="0" sldId="317"/>
        </pc:sldMkLst>
      </pc:sldChg>
      <pc:sldChg chg="delSp">
        <pc:chgData name="菲 关" userId="3774cd79a85299dd" providerId="LiveId" clId="{2283FC58-CCFF-44B3-8DCA-7A0A904DB2AE}" dt="2021-03-10T06:38:14.084" v="35" actId="478"/>
        <pc:sldMkLst>
          <pc:docMk/>
          <pc:sldMk cId="0" sldId="318"/>
        </pc:sldMkLst>
      </pc:sldChg>
      <pc:sldChg chg="add">
        <pc:chgData name="菲 关" userId="3774cd79a85299dd" providerId="LiveId" clId="{2283FC58-CCFF-44B3-8DCA-7A0A904DB2AE}" dt="2021-03-10T07:03:04.969" v="178"/>
        <pc:sldMkLst>
          <pc:docMk/>
          <pc:sldMk cId="0" sldId="352"/>
        </pc:sldMkLst>
      </pc:sldChg>
      <pc:sldChg chg="modSp add mod">
        <pc:chgData name="菲 关" userId="3774cd79a85299dd" providerId="LiveId" clId="{2283FC58-CCFF-44B3-8DCA-7A0A904DB2AE}" dt="2021-03-10T07:11:20.466" v="196" actId="20577"/>
        <pc:sldMkLst>
          <pc:docMk/>
          <pc:sldMk cId="1990617841" sldId="488"/>
        </pc:sldMkLst>
      </pc:sldChg>
      <pc:sldChg chg="modSp add mod">
        <pc:chgData name="菲 关" userId="3774cd79a85299dd" providerId="LiveId" clId="{2283FC58-CCFF-44B3-8DCA-7A0A904DB2AE}" dt="2021-03-10T07:11:25.862" v="197" actId="20577"/>
        <pc:sldMkLst>
          <pc:docMk/>
          <pc:sldMk cId="1992854575" sldId="489"/>
        </pc:sldMkLst>
      </pc:sldChg>
      <pc:sldChg chg="modSp add mod">
        <pc:chgData name="菲 关" userId="3774cd79a85299dd" providerId="LiveId" clId="{2283FC58-CCFF-44B3-8DCA-7A0A904DB2AE}" dt="2021-03-10T07:13:24.556" v="210" actId="108"/>
        <pc:sldMkLst>
          <pc:docMk/>
          <pc:sldMk cId="141141463" sldId="490"/>
        </pc:sldMkLst>
      </pc:sldChg>
      <pc:sldChg chg="modSp add mod">
        <pc:chgData name="菲 关" userId="3774cd79a85299dd" providerId="LiveId" clId="{2283FC58-CCFF-44B3-8DCA-7A0A904DB2AE}" dt="2021-03-10T07:10:58.724" v="195" actId="208"/>
        <pc:sldMkLst>
          <pc:docMk/>
          <pc:sldMk cId="2304129965" sldId="491"/>
        </pc:sldMkLst>
      </pc:sldChg>
      <pc:sldChg chg="modSp add mod">
        <pc:chgData name="菲 关" userId="3774cd79a85299dd" providerId="LiveId" clId="{2283FC58-CCFF-44B3-8DCA-7A0A904DB2AE}" dt="2021-03-10T07:11:59.154" v="203" actId="208"/>
        <pc:sldMkLst>
          <pc:docMk/>
          <pc:sldMk cId="929014981" sldId="492"/>
        </pc:sldMkLst>
      </pc:sldChg>
      <pc:sldChg chg="del">
        <pc:chgData name="菲 关" userId="3774cd79a85299dd" providerId="LiveId" clId="{2283FC58-CCFF-44B3-8DCA-7A0A904DB2AE}" dt="2021-03-10T06:28:53.145" v="0" actId="47"/>
        <pc:sldMkLst>
          <pc:docMk/>
          <pc:sldMk cId="1747053989" sldId="493"/>
        </pc:sldMkLst>
      </pc:sldChg>
      <pc:sldChg chg="modSp add mod">
        <pc:chgData name="菲 关" userId="3774cd79a85299dd" providerId="LiveId" clId="{2283FC58-CCFF-44B3-8DCA-7A0A904DB2AE}" dt="2021-03-10T07:12:16.826" v="207" actId="208"/>
        <pc:sldMkLst>
          <pc:docMk/>
          <pc:sldMk cId="3015073993" sldId="493"/>
        </pc:sldMkLst>
      </pc:sldChg>
      <pc:sldChg chg="modSp add mod">
        <pc:chgData name="菲 关" userId="3774cd79a85299dd" providerId="LiveId" clId="{2283FC58-CCFF-44B3-8DCA-7A0A904DB2AE}" dt="2021-03-10T07:15:51.433" v="211" actId="108"/>
        <pc:sldMkLst>
          <pc:docMk/>
          <pc:sldMk cId="3360425955" sldId="494"/>
        </pc:sldMkLst>
      </pc:sldChg>
      <pc:sldChg chg="addSp delSp modSp add mod">
        <pc:chgData name="菲 关" userId="3774cd79a85299dd" providerId="LiveId" clId="{2283FC58-CCFF-44B3-8DCA-7A0A904DB2AE}" dt="2021-03-10T07:37:42.198" v="241" actId="1035"/>
        <pc:sldMkLst>
          <pc:docMk/>
          <pc:sldMk cId="325278421" sldId="564"/>
        </pc:sldMkLst>
      </pc:sldChg>
      <pc:sldChg chg="delSp modSp add mod">
        <pc:chgData name="菲 关" userId="3774cd79a85299dd" providerId="LiveId" clId="{2283FC58-CCFF-44B3-8DCA-7A0A904DB2AE}" dt="2021-03-10T08:28:45.592" v="309" actId="108"/>
        <pc:sldMkLst>
          <pc:docMk/>
          <pc:sldMk cId="1295725426" sldId="602"/>
        </pc:sldMkLst>
      </pc:sldChg>
      <pc:sldChg chg="addSp delSp modSp add mod">
        <pc:chgData name="菲 关" userId="3774cd79a85299dd" providerId="LiveId" clId="{2283FC58-CCFF-44B3-8DCA-7A0A904DB2AE}" dt="2021-03-10T09:11:32.212" v="721" actId="478"/>
        <pc:sldMkLst>
          <pc:docMk/>
          <pc:sldMk cId="1105867293" sldId="604"/>
        </pc:sldMkLst>
      </pc:sldChg>
      <pc:sldChg chg="addSp modSp add mod modAnim">
        <pc:chgData name="菲 关" userId="3774cd79a85299dd" providerId="LiveId" clId="{2283FC58-CCFF-44B3-8DCA-7A0A904DB2AE}" dt="2021-03-10T08:59:43.146" v="537"/>
        <pc:sldMkLst>
          <pc:docMk/>
          <pc:sldMk cId="2937770068" sldId="1553"/>
        </pc:sldMkLst>
      </pc:sldChg>
      <pc:sldChg chg="addSp modSp add mod">
        <pc:chgData name="菲 关" userId="3774cd79a85299dd" providerId="LiveId" clId="{2283FC58-CCFF-44B3-8DCA-7A0A904DB2AE}" dt="2021-03-10T07:58:40.881" v="244" actId="20577"/>
        <pc:sldMkLst>
          <pc:docMk/>
          <pc:sldMk cId="969825131" sldId="1729"/>
        </pc:sldMkLst>
      </pc:sldChg>
      <pc:sldChg chg="delSp modSp add mod">
        <pc:chgData name="菲 关" userId="3774cd79a85299dd" providerId="LiveId" clId="{2283FC58-CCFF-44B3-8DCA-7A0A904DB2AE}" dt="2021-03-10T08:45:30.423" v="376" actId="1036"/>
        <pc:sldMkLst>
          <pc:docMk/>
          <pc:sldMk cId="3667756706" sldId="1730"/>
        </pc:sldMkLst>
      </pc:sldChg>
      <pc:sldChg chg="delSp modSp add mod">
        <pc:chgData name="菲 关" userId="3774cd79a85299dd" providerId="LiveId" clId="{2283FC58-CCFF-44B3-8DCA-7A0A904DB2AE}" dt="2021-03-10T08:56:25.942" v="481" actId="1035"/>
        <pc:sldMkLst>
          <pc:docMk/>
          <pc:sldMk cId="1046274217" sldId="1731"/>
        </pc:sldMkLst>
      </pc:sldChg>
      <pc:sldChg chg="delSp add">
        <pc:chgData name="菲 关" userId="3774cd79a85299dd" providerId="LiveId" clId="{2283FC58-CCFF-44B3-8DCA-7A0A904DB2AE}" dt="2021-03-10T09:05:19.812" v="566" actId="478"/>
        <pc:sldMkLst>
          <pc:docMk/>
          <pc:sldMk cId="3573202998" sldId="1732"/>
        </pc:sldMkLst>
      </pc:sldChg>
      <pc:sldChg chg="delSp add">
        <pc:chgData name="菲 关" userId="3774cd79a85299dd" providerId="LiveId" clId="{2283FC58-CCFF-44B3-8DCA-7A0A904DB2AE}" dt="2021-03-10T09:06:00.492" v="568" actId="478"/>
        <pc:sldMkLst>
          <pc:docMk/>
          <pc:sldMk cId="2548408972" sldId="1733"/>
        </pc:sldMkLst>
      </pc:sldChg>
      <pc:sldMasterChg chg="modSp mod delSldLayout modSldLayout">
        <pc:chgData name="菲 关" userId="3774cd79a85299dd" providerId="LiveId" clId="{2283FC58-CCFF-44B3-8DCA-7A0A904DB2AE}" dt="2021-03-10T09:10:11.966" v="571" actId="1076"/>
        <pc:sldMasterMkLst>
          <pc:docMk/>
          <pc:sldMasterMk cId="0" sldId="2147483656"/>
        </pc:sldMasterMkLst>
        <pc:sldLayoutChg chg="modSp">
          <pc:chgData name="菲 关" userId="3774cd79a85299dd" providerId="LiveId" clId="{2283FC58-CCFF-44B3-8DCA-7A0A904DB2AE}" dt="2021-03-10T07:17:28.056" v="216" actId="121"/>
          <pc:sldLayoutMkLst>
            <pc:docMk/>
            <pc:sldMasterMk cId="0" sldId="2147483656"/>
            <pc:sldLayoutMk cId="3668833415" sldId="2147483658"/>
          </pc:sldLayoutMkLst>
        </pc:sldLayoutChg>
        <pc:sldLayoutChg chg="del">
          <pc:chgData name="菲 关" userId="3774cd79a85299dd" providerId="LiveId" clId="{2283FC58-CCFF-44B3-8DCA-7A0A904DB2AE}" dt="2021-03-10T06:30:23.894" v="1" actId="2696"/>
          <pc:sldLayoutMkLst>
            <pc:docMk/>
            <pc:sldMasterMk cId="0" sldId="2147483656"/>
            <pc:sldLayoutMk cId="1735078868" sldId="2147483659"/>
          </pc:sldLayoutMkLst>
        </pc:sldLayoutChg>
        <pc:sldLayoutChg chg="modSp mod">
          <pc:chgData name="菲 关" userId="3774cd79a85299dd" providerId="LiveId" clId="{2283FC58-CCFF-44B3-8DCA-7A0A904DB2AE}" dt="2021-03-10T07:17:33.226" v="217" actId="121"/>
          <pc:sldLayoutMkLst>
            <pc:docMk/>
            <pc:sldMasterMk cId="0" sldId="2147483656"/>
            <pc:sldLayoutMk cId="3256361795" sldId="2147483659"/>
          </pc:sldLayoutMkLst>
        </pc:sldLayoutChg>
        <pc:sldLayoutChg chg="modSp">
          <pc:chgData name="菲 关" userId="3774cd79a85299dd" providerId="LiveId" clId="{2283FC58-CCFF-44B3-8DCA-7A0A904DB2AE}" dt="2021-03-10T07:17:37.986" v="218" actId="121"/>
          <pc:sldLayoutMkLst>
            <pc:docMk/>
            <pc:sldMasterMk cId="0" sldId="2147483656"/>
            <pc:sldLayoutMk cId="2118608959" sldId="2147483660"/>
          </pc:sldLayoutMkLst>
        </pc:sldLayoutChg>
        <pc:sldLayoutChg chg="del">
          <pc:chgData name="菲 关" userId="3774cd79a85299dd" providerId="LiveId" clId="{2283FC58-CCFF-44B3-8DCA-7A0A904DB2AE}" dt="2021-03-10T06:30:25.035" v="2" actId="2696"/>
          <pc:sldLayoutMkLst>
            <pc:docMk/>
            <pc:sldMasterMk cId="0" sldId="2147483656"/>
            <pc:sldLayoutMk cId="3933730133" sldId="2147483660"/>
          </pc:sldLayoutMkLst>
        </pc:sldLayoutChg>
        <pc:sldLayoutChg chg="del">
          <pc:chgData name="菲 关" userId="3774cd79a85299dd" providerId="LiveId" clId="{2283FC58-CCFF-44B3-8DCA-7A0A904DB2AE}" dt="2021-03-10T06:30:26.094" v="3" actId="2696"/>
          <pc:sldLayoutMkLst>
            <pc:docMk/>
            <pc:sldMasterMk cId="0" sldId="2147483656"/>
            <pc:sldLayoutMk cId="1063551280" sldId="2147483661"/>
          </pc:sldLayoutMkLst>
        </pc:sldLayoutChg>
        <pc:sldLayoutChg chg="addSp delSp modSp mod setBg">
          <pc:chgData name="菲 关" userId="3774cd79a85299dd" providerId="LiveId" clId="{2283FC58-CCFF-44B3-8DCA-7A0A904DB2AE}" dt="2021-03-10T07:35:25.082" v="226"/>
          <pc:sldLayoutMkLst>
            <pc:docMk/>
            <pc:sldMasterMk cId="0" sldId="2147483656"/>
            <pc:sldLayoutMk cId="2047614604" sldId="2147483661"/>
          </pc:sldLayoutMkLst>
        </pc:sldLayoutChg>
        <pc:sldLayoutChg chg="del">
          <pc:chgData name="菲 关" userId="3774cd79a85299dd" providerId="LiveId" clId="{2283FC58-CCFF-44B3-8DCA-7A0A904DB2AE}" dt="2021-03-10T06:30:27.119" v="4" actId="2696"/>
          <pc:sldLayoutMkLst>
            <pc:docMk/>
            <pc:sldMasterMk cId="0" sldId="2147483656"/>
            <pc:sldLayoutMk cId="1407758117" sldId="2147483662"/>
          </pc:sldLayoutMkLst>
        </pc:sldLayoutChg>
        <pc:sldLayoutChg chg="del">
          <pc:chgData name="菲 关" userId="3774cd79a85299dd" providerId="LiveId" clId="{2283FC58-CCFF-44B3-8DCA-7A0A904DB2AE}" dt="2021-03-10T06:30:27.951" v="5" actId="2696"/>
          <pc:sldLayoutMkLst>
            <pc:docMk/>
            <pc:sldMasterMk cId="0" sldId="2147483656"/>
            <pc:sldLayoutMk cId="3130995661" sldId="2147483663"/>
          </pc:sldLayoutMkLst>
        </pc:sldLayoutChg>
        <pc:sldLayoutChg chg="del">
          <pc:chgData name="菲 关" userId="3774cd79a85299dd" providerId="LiveId" clId="{2283FC58-CCFF-44B3-8DCA-7A0A904DB2AE}" dt="2021-03-10T06:30:28.848" v="6" actId="2696"/>
          <pc:sldLayoutMkLst>
            <pc:docMk/>
            <pc:sldMasterMk cId="0" sldId="2147483656"/>
            <pc:sldLayoutMk cId="1342926013" sldId="2147483664"/>
          </pc:sldLayoutMkLst>
        </pc:sldLayoutChg>
        <pc:sldLayoutChg chg="del">
          <pc:chgData name="菲 关" userId="3774cd79a85299dd" providerId="LiveId" clId="{2283FC58-CCFF-44B3-8DCA-7A0A904DB2AE}" dt="2021-03-10T06:30:29.711" v="7" actId="2696"/>
          <pc:sldLayoutMkLst>
            <pc:docMk/>
            <pc:sldMasterMk cId="0" sldId="2147483656"/>
            <pc:sldLayoutMk cId="2585323632" sldId="2147483665"/>
          </pc:sldLayoutMkLst>
        </pc:sldLayoutChg>
        <pc:sldLayoutChg chg="del">
          <pc:chgData name="菲 关" userId="3774cd79a85299dd" providerId="LiveId" clId="{2283FC58-CCFF-44B3-8DCA-7A0A904DB2AE}" dt="2021-03-10T06:30:30.548" v="8" actId="2696"/>
          <pc:sldLayoutMkLst>
            <pc:docMk/>
            <pc:sldMasterMk cId="0" sldId="2147483656"/>
            <pc:sldLayoutMk cId="1433836490" sldId="2147483666"/>
          </pc:sldLayoutMkLst>
        </pc:sldLayoutChg>
        <pc:sldLayoutChg chg="del">
          <pc:chgData name="菲 关" userId="3774cd79a85299dd" providerId="LiveId" clId="{2283FC58-CCFF-44B3-8DCA-7A0A904DB2AE}" dt="2021-03-10T06:30:31.775" v="9" actId="2696"/>
          <pc:sldLayoutMkLst>
            <pc:docMk/>
            <pc:sldMasterMk cId="0" sldId="2147483656"/>
            <pc:sldLayoutMk cId="3362561440" sldId="2147483667"/>
          </pc:sldLayoutMkLst>
        </pc:sldLayoutChg>
      </pc:sldMasterChg>
      <pc:sldMasterChg chg="del delSldLayout">
        <pc:chgData name="菲 关" userId="3774cd79a85299dd" providerId="LiveId" clId="{2283FC58-CCFF-44B3-8DCA-7A0A904DB2AE}" dt="2021-03-10T06:28:53.145" v="0" actId="47"/>
        <pc:sldMasterMkLst>
          <pc:docMk/>
          <pc:sldMasterMk cId="3504036231" sldId="2147483668"/>
        </pc:sldMasterMkLst>
        <pc:sldLayoutChg chg="del">
          <pc:chgData name="菲 关" userId="3774cd79a85299dd" providerId="LiveId" clId="{2283FC58-CCFF-44B3-8DCA-7A0A904DB2AE}" dt="2021-03-10T06:28:53.145" v="0" actId="47"/>
          <pc:sldLayoutMkLst>
            <pc:docMk/>
            <pc:sldMasterMk cId="3504036231" sldId="2147483668"/>
            <pc:sldLayoutMk cId="722244225" sldId="2147483669"/>
          </pc:sldLayoutMkLst>
        </pc:sldLayoutChg>
        <pc:sldLayoutChg chg="del">
          <pc:chgData name="菲 关" userId="3774cd79a85299dd" providerId="LiveId" clId="{2283FC58-CCFF-44B3-8DCA-7A0A904DB2AE}" dt="2021-03-10T06:28:53.145" v="0" actId="47"/>
          <pc:sldLayoutMkLst>
            <pc:docMk/>
            <pc:sldMasterMk cId="3504036231" sldId="2147483668"/>
            <pc:sldLayoutMk cId="371502482" sldId="2147483670"/>
          </pc:sldLayoutMkLst>
        </pc:sldLayoutChg>
        <pc:sldLayoutChg chg="del">
          <pc:chgData name="菲 关" userId="3774cd79a85299dd" providerId="LiveId" clId="{2283FC58-CCFF-44B3-8DCA-7A0A904DB2AE}" dt="2021-03-10T06:28:53.145" v="0" actId="47"/>
          <pc:sldLayoutMkLst>
            <pc:docMk/>
            <pc:sldMasterMk cId="3504036231" sldId="2147483668"/>
            <pc:sldLayoutMk cId="2930572001" sldId="2147483671"/>
          </pc:sldLayoutMkLst>
        </pc:sldLayoutChg>
        <pc:sldLayoutChg chg="del">
          <pc:chgData name="菲 关" userId="3774cd79a85299dd" providerId="LiveId" clId="{2283FC58-CCFF-44B3-8DCA-7A0A904DB2AE}" dt="2021-03-10T06:28:53.145" v="0" actId="47"/>
          <pc:sldLayoutMkLst>
            <pc:docMk/>
            <pc:sldMasterMk cId="3504036231" sldId="2147483668"/>
            <pc:sldLayoutMk cId="1828799475" sldId="2147483672"/>
          </pc:sldLayoutMkLst>
        </pc:sldLayoutChg>
      </pc:sldMasterChg>
    </pc:docChg>
  </pc:docChgLst>
  <pc:docChgLst>
    <pc:chgData name="菲 关" userId="3774cd79a85299dd" providerId="LiveId" clId="{01D2FB0A-1AED-4607-A40C-5BB093F5EB38}"/>
    <pc:docChg chg="delSld">
      <pc:chgData name="菲 关" userId="3774cd79a85299dd" providerId="LiveId" clId="{01D2FB0A-1AED-4607-A40C-5BB093F5EB38}" dt="2023-03-09T07:22:53.100" v="3" actId="47"/>
      <pc:docMkLst>
        <pc:docMk/>
      </pc:docMkLst>
      <pc:sldChg chg="del">
        <pc:chgData name="菲 关" userId="3774cd79a85299dd" providerId="LiveId" clId="{01D2FB0A-1AED-4607-A40C-5BB093F5EB38}" dt="2023-03-09T07:22:53.100" v="3" actId="47"/>
        <pc:sldMkLst>
          <pc:docMk/>
          <pc:sldMk cId="3260528202" sldId="1799"/>
        </pc:sldMkLst>
      </pc:sldChg>
      <pc:sldChg chg="del">
        <pc:chgData name="菲 关" userId="3774cd79a85299dd" providerId="LiveId" clId="{01D2FB0A-1AED-4607-A40C-5BB093F5EB38}" dt="2023-03-09T07:21:55.227" v="0" actId="47"/>
        <pc:sldMkLst>
          <pc:docMk/>
          <pc:sldMk cId="4208776912" sldId="1813"/>
        </pc:sldMkLst>
      </pc:sldChg>
      <pc:sldChg chg="del">
        <pc:chgData name="菲 关" userId="3774cd79a85299dd" providerId="LiveId" clId="{01D2FB0A-1AED-4607-A40C-5BB093F5EB38}" dt="2023-03-09T07:21:58.899" v="1" actId="47"/>
        <pc:sldMkLst>
          <pc:docMk/>
          <pc:sldMk cId="4129742846" sldId="1814"/>
        </pc:sldMkLst>
      </pc:sldChg>
      <pc:sldChg chg="del">
        <pc:chgData name="菲 关" userId="3774cd79a85299dd" providerId="LiveId" clId="{01D2FB0A-1AED-4607-A40C-5BB093F5EB38}" dt="2023-03-09T07:22:01.567" v="2" actId="47"/>
        <pc:sldMkLst>
          <pc:docMk/>
          <pc:sldMk cId="997885934" sldId="1815"/>
        </pc:sldMkLst>
      </pc:sldChg>
    </pc:docChg>
  </pc:docChgLst>
  <pc:docChgLst>
    <pc:chgData name="菲 关" userId="3774cd79a85299dd" providerId="LiveId" clId="{FC788A1E-2897-4BB9-AD4E-2A64BE9472F9}"/>
    <pc:docChg chg="undo custSel addSld delSld modSld sldOrd">
      <pc:chgData name="菲 关" userId="3774cd79a85299dd" providerId="LiveId" clId="{FC788A1E-2897-4BB9-AD4E-2A64BE9472F9}" dt="2021-03-22T07:33:09.121" v="640" actId="1035"/>
      <pc:docMkLst>
        <pc:docMk/>
      </pc:docMkLst>
      <pc:sldChg chg="delSp modSp add ord">
        <pc:chgData name="菲 关" userId="3774cd79a85299dd" providerId="LiveId" clId="{FC788A1E-2897-4BB9-AD4E-2A64BE9472F9}" dt="2021-03-17T07:43:29.611" v="100"/>
        <pc:sldMkLst>
          <pc:docMk/>
          <pc:sldMk cId="993896916" sldId="562"/>
        </pc:sldMkLst>
      </pc:sldChg>
      <pc:sldChg chg="delSp modSp add mod ord">
        <pc:chgData name="菲 关" userId="3774cd79a85299dd" providerId="LiveId" clId="{FC788A1E-2897-4BB9-AD4E-2A64BE9472F9}" dt="2021-03-17T07:42:52.952" v="98"/>
        <pc:sldMkLst>
          <pc:docMk/>
          <pc:sldMk cId="3202021751" sldId="563"/>
        </pc:sldMkLst>
      </pc:sldChg>
      <pc:sldChg chg="addSp delSp modSp add mod">
        <pc:chgData name="菲 关" userId="3774cd79a85299dd" providerId="LiveId" clId="{FC788A1E-2897-4BB9-AD4E-2A64BE9472F9}" dt="2021-03-17T07:41:51.481" v="96" actId="1076"/>
        <pc:sldMkLst>
          <pc:docMk/>
          <pc:sldMk cId="3706147112" sldId="564"/>
        </pc:sldMkLst>
      </pc:sldChg>
      <pc:sldChg chg="delSp modSp add del mod">
        <pc:chgData name="菲 关" userId="3774cd79a85299dd" providerId="LiveId" clId="{FC788A1E-2897-4BB9-AD4E-2A64BE9472F9}" dt="2021-03-15T02:29:32.273" v="21" actId="47"/>
        <pc:sldMkLst>
          <pc:docMk/>
          <pc:sldMk cId="1108784632" sldId="570"/>
        </pc:sldMkLst>
      </pc:sldChg>
      <pc:sldChg chg="delSp modSp add del mod">
        <pc:chgData name="菲 关" userId="3774cd79a85299dd" providerId="LiveId" clId="{FC788A1E-2897-4BB9-AD4E-2A64BE9472F9}" dt="2021-03-15T02:29:32.273" v="21" actId="47"/>
        <pc:sldMkLst>
          <pc:docMk/>
          <pc:sldMk cId="2696827693" sldId="571"/>
        </pc:sldMkLst>
      </pc:sldChg>
      <pc:sldChg chg="delSp modSp add">
        <pc:chgData name="菲 关" userId="3774cd79a85299dd" providerId="LiveId" clId="{FC788A1E-2897-4BB9-AD4E-2A64BE9472F9}" dt="2021-03-17T06:04:52.349" v="83" actId="121"/>
        <pc:sldMkLst>
          <pc:docMk/>
          <pc:sldMk cId="1036809961" sldId="610"/>
        </pc:sldMkLst>
      </pc:sldChg>
      <pc:sldChg chg="delSp modSp add">
        <pc:chgData name="菲 关" userId="3774cd79a85299dd" providerId="LiveId" clId="{FC788A1E-2897-4BB9-AD4E-2A64BE9472F9}" dt="2021-03-17T05:50:22.196" v="79" actId="121"/>
        <pc:sldMkLst>
          <pc:docMk/>
          <pc:sldMk cId="3304918894" sldId="623"/>
        </pc:sldMkLst>
      </pc:sldChg>
      <pc:sldChg chg="delSp modSp add mod">
        <pc:chgData name="菲 关" userId="3774cd79a85299dd" providerId="LiveId" clId="{FC788A1E-2897-4BB9-AD4E-2A64BE9472F9}" dt="2021-03-17T05:50:39.852" v="80" actId="121"/>
        <pc:sldMkLst>
          <pc:docMk/>
          <pc:sldMk cId="974434141" sldId="624"/>
        </pc:sldMkLst>
      </pc:sldChg>
      <pc:sldChg chg="delSp modSp add">
        <pc:chgData name="菲 关" userId="3774cd79a85299dd" providerId="LiveId" clId="{FC788A1E-2897-4BB9-AD4E-2A64BE9472F9}" dt="2021-03-17T05:49:52.862" v="78" actId="121"/>
        <pc:sldMkLst>
          <pc:docMk/>
          <pc:sldMk cId="527745147" sldId="625"/>
        </pc:sldMkLst>
      </pc:sldChg>
      <pc:sldChg chg="delSp modSp add">
        <pc:chgData name="菲 关" userId="3774cd79a85299dd" providerId="LiveId" clId="{FC788A1E-2897-4BB9-AD4E-2A64BE9472F9}" dt="2021-03-17T05:49:28.817" v="77" actId="121"/>
        <pc:sldMkLst>
          <pc:docMk/>
          <pc:sldMk cId="1191280698" sldId="626"/>
        </pc:sldMkLst>
      </pc:sldChg>
      <pc:sldChg chg="delSp modSp add">
        <pc:chgData name="菲 关" userId="3774cd79a85299dd" providerId="LiveId" clId="{FC788A1E-2897-4BB9-AD4E-2A64BE9472F9}" dt="2021-03-17T05:48:36.096" v="75" actId="121"/>
        <pc:sldMkLst>
          <pc:docMk/>
          <pc:sldMk cId="2566527838" sldId="627"/>
        </pc:sldMkLst>
      </pc:sldChg>
      <pc:sldChg chg="delSp modSp add mod">
        <pc:chgData name="菲 关" userId="3774cd79a85299dd" providerId="LiveId" clId="{FC788A1E-2897-4BB9-AD4E-2A64BE9472F9}" dt="2021-03-15T02:17:46.631" v="14" actId="478"/>
        <pc:sldMkLst>
          <pc:docMk/>
          <pc:sldMk cId="3386367264" sldId="1557"/>
        </pc:sldMkLst>
      </pc:sldChg>
      <pc:sldChg chg="delSp modSp add mod">
        <pc:chgData name="菲 关" userId="3774cd79a85299dd" providerId="LiveId" clId="{FC788A1E-2897-4BB9-AD4E-2A64BE9472F9}" dt="2021-03-15T02:39:33.099" v="64" actId="478"/>
        <pc:sldMkLst>
          <pc:docMk/>
          <pc:sldMk cId="2829267164" sldId="1563"/>
        </pc:sldMkLst>
      </pc:sldChg>
      <pc:sldChg chg="modSp add mod">
        <pc:chgData name="菲 关" userId="3774cd79a85299dd" providerId="LiveId" clId="{FC788A1E-2897-4BB9-AD4E-2A64BE9472F9}" dt="2021-03-15T02:38:40.966" v="61" actId="1076"/>
        <pc:sldMkLst>
          <pc:docMk/>
          <pc:sldMk cId="3895742137" sldId="1566"/>
        </pc:sldMkLst>
      </pc:sldChg>
      <pc:sldChg chg="addSp delSp mod">
        <pc:chgData name="菲 关" userId="3774cd79a85299dd" providerId="LiveId" clId="{FC788A1E-2897-4BB9-AD4E-2A64BE9472F9}" dt="2021-03-15T02:36:46.632" v="27" actId="22"/>
        <pc:sldMkLst>
          <pc:docMk/>
          <pc:sldMk cId="3334168270" sldId="1743"/>
        </pc:sldMkLst>
      </pc:sldChg>
      <pc:sldChg chg="ord">
        <pc:chgData name="菲 关" userId="3774cd79a85299dd" providerId="LiveId" clId="{FC788A1E-2897-4BB9-AD4E-2A64BE9472F9}" dt="2021-03-15T02:36:34.689" v="25"/>
        <pc:sldMkLst>
          <pc:docMk/>
          <pc:sldMk cId="825789703" sldId="1744"/>
        </pc:sldMkLst>
      </pc:sldChg>
      <pc:sldChg chg="ord">
        <pc:chgData name="菲 关" userId="3774cd79a85299dd" providerId="LiveId" clId="{FC788A1E-2897-4BB9-AD4E-2A64BE9472F9}" dt="2021-03-15T02:36:34.689" v="25"/>
        <pc:sldMkLst>
          <pc:docMk/>
          <pc:sldMk cId="1179389603" sldId="1745"/>
        </pc:sldMkLst>
      </pc:sldChg>
      <pc:sldChg chg="modNotesTx">
        <pc:chgData name="菲 关" userId="3774cd79a85299dd" providerId="LiveId" clId="{FC788A1E-2897-4BB9-AD4E-2A64BE9472F9}" dt="2021-03-22T02:24:00.883" v="607" actId="20577"/>
        <pc:sldMkLst>
          <pc:docMk/>
          <pc:sldMk cId="10960954" sldId="1763"/>
        </pc:sldMkLst>
      </pc:sldChg>
      <pc:sldChg chg="modSp">
        <pc:chgData name="菲 关" userId="3774cd79a85299dd" providerId="LiveId" clId="{FC788A1E-2897-4BB9-AD4E-2A64BE9472F9}" dt="2021-03-17T02:33:23.205" v="65" actId="1036"/>
        <pc:sldMkLst>
          <pc:docMk/>
          <pc:sldMk cId="1951979943" sldId="1765"/>
        </pc:sldMkLst>
      </pc:sldChg>
      <pc:sldChg chg="modSp mod">
        <pc:chgData name="菲 关" userId="3774cd79a85299dd" providerId="LiveId" clId="{FC788A1E-2897-4BB9-AD4E-2A64BE9472F9}" dt="2021-03-22T04:46:28.885" v="633" actId="20577"/>
        <pc:sldMkLst>
          <pc:docMk/>
          <pc:sldMk cId="1865539829" sldId="1771"/>
        </pc:sldMkLst>
      </pc:sldChg>
      <pc:sldChg chg="modSp">
        <pc:chgData name="菲 关" userId="3774cd79a85299dd" providerId="LiveId" clId="{FC788A1E-2897-4BB9-AD4E-2A64BE9472F9}" dt="2021-03-22T07:33:09.121" v="640" actId="1035"/>
        <pc:sldMkLst>
          <pc:docMk/>
          <pc:sldMk cId="3918785265" sldId="1776"/>
        </pc:sldMkLst>
      </pc:sldChg>
      <pc:sldChg chg="modSp">
        <pc:chgData name="菲 关" userId="3774cd79a85299dd" providerId="LiveId" clId="{FC788A1E-2897-4BB9-AD4E-2A64BE9472F9}" dt="2021-03-17T05:46:46.054" v="67" actId="1035"/>
        <pc:sldMkLst>
          <pc:docMk/>
          <pc:sldMk cId="1240585692" sldId="1783"/>
        </pc:sldMkLst>
      </pc:sldChg>
      <pc:sldChg chg="delSp">
        <pc:chgData name="菲 关" userId="3774cd79a85299dd" providerId="LiveId" clId="{FC788A1E-2897-4BB9-AD4E-2A64BE9472F9}" dt="2021-03-15T02:17:05.854" v="11" actId="478"/>
        <pc:sldMkLst>
          <pc:docMk/>
          <pc:sldMk cId="4261623443" sldId="1790"/>
        </pc:sldMkLst>
      </pc:sldChg>
      <pc:sldChg chg="delSp">
        <pc:chgData name="菲 关" userId="3774cd79a85299dd" providerId="LiveId" clId="{FC788A1E-2897-4BB9-AD4E-2A64BE9472F9}" dt="2021-03-15T02:39:14.101" v="63" actId="478"/>
        <pc:sldMkLst>
          <pc:docMk/>
          <pc:sldMk cId="3302637664" sldId="1795"/>
        </pc:sldMkLst>
      </pc:sldChg>
      <pc:sldChg chg="delSp">
        <pc:chgData name="菲 关" userId="3774cd79a85299dd" providerId="LiveId" clId="{FC788A1E-2897-4BB9-AD4E-2A64BE9472F9}" dt="2021-03-15T02:16:47.485" v="10" actId="478"/>
        <pc:sldMkLst>
          <pc:docMk/>
          <pc:sldMk cId="2732069075" sldId="1796"/>
        </pc:sldMkLst>
      </pc:sldChg>
      <pc:sldChg chg="delSp modSp add mod">
        <pc:chgData name="菲 关" userId="3774cd79a85299dd" providerId="LiveId" clId="{FC788A1E-2897-4BB9-AD4E-2A64BE9472F9}" dt="2021-03-15T02:17:20.593" v="13" actId="478"/>
        <pc:sldMkLst>
          <pc:docMk/>
          <pc:sldMk cId="1146158916" sldId="1797"/>
        </pc:sldMkLst>
      </pc:sldChg>
      <pc:sldChg chg="delSp add">
        <pc:chgData name="菲 关" userId="3774cd79a85299dd" providerId="LiveId" clId="{FC788A1E-2897-4BB9-AD4E-2A64BE9472F9}" dt="2021-03-15T01:45:15.603" v="8" actId="478"/>
        <pc:sldMkLst>
          <pc:docMk/>
          <pc:sldMk cId="695243732" sldId="1798"/>
        </pc:sldMkLst>
      </pc:sldChg>
      <pc:sldMasterChg chg="delSldLayout">
        <pc:chgData name="菲 关" userId="3774cd79a85299dd" providerId="LiveId" clId="{FC788A1E-2897-4BB9-AD4E-2A64BE9472F9}" dt="2021-03-15T02:29:32.273" v="21" actId="47"/>
        <pc:sldMasterMkLst>
          <pc:docMk/>
          <pc:sldMasterMk cId="0" sldId="2147483656"/>
        </pc:sldMasterMkLst>
        <pc:sldLayoutChg chg="del">
          <pc:chgData name="菲 关" userId="3774cd79a85299dd" providerId="LiveId" clId="{FC788A1E-2897-4BB9-AD4E-2A64BE9472F9}" dt="2021-03-15T02:29:32.273" v="21" actId="47"/>
          <pc:sldLayoutMkLst>
            <pc:docMk/>
            <pc:sldMasterMk cId="0" sldId="2147483656"/>
            <pc:sldLayoutMk cId="1853232989" sldId="214748366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FCE06B1-7878-4E8D-8A9A-D70BB41C74B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3" tIns="48322" rIns="96643" bIns="48322" numCol="1" anchor="t" anchorCtr="0" compatLnSpc="1">
            <a:prstTxWarp prst="textNoShape">
              <a:avLst/>
            </a:prstTxWarp>
          </a:bodyPr>
          <a:lstStyle>
            <a:lvl1pPr algn="l" defTabSz="966788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22B6B5D0-4960-4CC9-B8FD-F416508CF0B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3" tIns="48322" rIns="96643" bIns="48322" numCol="1" anchor="t" anchorCtr="0" compatLnSpc="1">
            <a:prstTxWarp prst="textNoShape">
              <a:avLst/>
            </a:prstTxWarp>
          </a:bodyPr>
          <a:lstStyle>
            <a:lvl1pPr algn="r" defTabSz="966788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983230DB-C096-49C0-8535-2A59E93C1C1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3" tIns="48322" rIns="96643" bIns="48322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8AD6B71E-03CE-4D85-99B3-6428B8DA0F2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3" tIns="48322" rIns="96643" bIns="48322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3E19D4EA-5B1F-442F-8584-E1F3EE5477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2E7DB12-AFF8-40B6-B1EC-AA487225A8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3" tIns="48322" rIns="96643" bIns="48322" numCol="1" anchor="t" anchorCtr="0" compatLnSpc="1">
            <a:prstTxWarp prst="textNoShape">
              <a:avLst/>
            </a:prstTxWarp>
          </a:bodyPr>
          <a:lstStyle>
            <a:lvl1pPr algn="l" defTabSz="966788">
              <a:defRPr sz="1200">
                <a:latin typeface="Garamond" panose="02020404030301010803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90C9D83-6A70-447B-81BB-13EB7D18C87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3" tIns="48322" rIns="96643" bIns="48322" numCol="1" anchor="t" anchorCtr="0" compatLnSpc="1">
            <a:prstTxWarp prst="textNoShape">
              <a:avLst/>
            </a:prstTxWarp>
          </a:bodyPr>
          <a:lstStyle>
            <a:lvl1pPr algn="r" defTabSz="966788">
              <a:defRPr sz="1200">
                <a:latin typeface="Garamond" panose="02020404030301010803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A266F0B-742E-4281-A5EF-B2457B91480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97BAD9F-34EC-4BBC-BFDA-DA14E8F1B83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3" tIns="48322" rIns="96643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27DE254C-308E-44FE-8C3B-83BA08D60A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3" tIns="48322" rIns="96643" bIns="48322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>
                <a:latin typeface="Garamond" panose="02020404030301010803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49D1881-BCFC-4F33-B551-C36C878D2F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3" tIns="48322" rIns="96643" bIns="48322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>
                <a:latin typeface="Garamond" panose="02020404030301010803" pitchFamily="18" charset="0"/>
                <a:ea typeface="宋体" panose="02010600030101010101" pitchFamily="2" charset="-122"/>
              </a:defRPr>
            </a:lvl1pPr>
          </a:lstStyle>
          <a:p>
            <a:fld id="{0D0E3964-A863-4DC9-A1EE-8EDD7B69118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E1733C4-A3B9-42A5-8B55-C356496A8E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78ECD84-B18D-48F8-B4AA-2B3CFA42E599}" type="slidenum">
              <a:rPr lang="en-US" altLang="zh-CN" sz="1200">
                <a:latin typeface="Garamond" panose="02020404030301010803" pitchFamily="18" charset="0"/>
              </a:rPr>
              <a:pPr algn="r"/>
              <a:t>1</a:t>
            </a:fld>
            <a:endParaRPr lang="en-US" altLang="zh-CN" sz="1200">
              <a:latin typeface="Garamond" panose="02020404030301010803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2C62A59-564B-4F65-9C06-2F43CE62A6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78AC82D-5296-49D6-BD0E-FB410DCED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F7ACD6B7-7C7F-46A6-83D4-22C236AC64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316F2E9-94E8-4621-9535-B45DFD902BB8}" type="slidenum">
              <a:rPr lang="en-US" altLang="zh-CN" sz="1200">
                <a:latin typeface="Garamond" panose="02020404030301010803" pitchFamily="18" charset="0"/>
              </a:rPr>
              <a:pPr algn="r"/>
              <a:t>6</a:t>
            </a:fld>
            <a:endParaRPr lang="en-US" altLang="zh-CN" sz="1200">
              <a:latin typeface="Garamond" panose="02020404030301010803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1E05899-2E34-41DE-9539-B903C5BE92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AABB1D6-1516-4328-9072-AEB2D5E9B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20FA3D59-C9C2-46D3-98F9-A646088611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DAAF301-9342-4E5C-8D5B-A4B7A1B8A1AF}" type="slidenum">
              <a:rPr lang="en-US" altLang="zh-CN" sz="1200">
                <a:latin typeface="Garamond" panose="02020404030301010803" pitchFamily="18" charset="0"/>
              </a:rPr>
              <a:pPr algn="r"/>
              <a:t>12</a:t>
            </a:fld>
            <a:endParaRPr lang="en-US" altLang="zh-CN" sz="1200">
              <a:latin typeface="Garamond" panose="02020404030301010803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EADDCA4-B836-4739-A0B8-BF399D1AB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E51FA8C-4D89-4D66-B171-E3C9CB0424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F95183BE-AF4B-4F49-A0FE-8465A72787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4906D65-E30E-431F-9DB8-4C4F43009CCA}" type="slidenum">
              <a:rPr lang="en-US" altLang="zh-CN" sz="1200">
                <a:latin typeface="Garamond" panose="02020404030301010803" pitchFamily="18" charset="0"/>
              </a:rPr>
              <a:pPr algn="r"/>
              <a:t>14</a:t>
            </a:fld>
            <a:endParaRPr lang="en-US" altLang="zh-CN" sz="1200">
              <a:latin typeface="Garamond" panose="02020404030301010803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93965D4-F9F6-4666-824A-1978DFC17D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64F91E0D-5C32-4CFB-B9A7-DEF2BF9DA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CB7C74E-892B-42FA-8922-86EA344A93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9652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0C88228-2C44-44FC-B64D-D9A21E6EA357}" type="slidenum">
              <a:rPr lang="en-US" altLang="zh-CN" sz="1200">
                <a:latin typeface="Garamond" panose="02020404030301010803" pitchFamily="18" charset="0"/>
              </a:rPr>
              <a:pPr algn="r"/>
              <a:t>25</a:t>
            </a:fld>
            <a:endParaRPr lang="en-US" altLang="zh-CN" sz="1200">
              <a:latin typeface="Garamond" panose="02020404030301010803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63E0E83-B0B1-4D7E-A73E-6890A2E473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8E1C775-505D-4465-9B0F-275187EF1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023938" fontAlgn="base">
              <a:spcBef>
                <a:spcPct val="0"/>
              </a:spcBef>
              <a:spcAft>
                <a:spcPct val="0"/>
              </a:spcAft>
              <a:defRPr/>
            </a:pPr>
            <a:fld id="{2F3B1C04-15AA-4F32-A77F-8DFAF84276CD}" type="slidenum">
              <a:rPr lang="zh-CN" altLang="en-US"/>
              <a:pPr defTabSz="1023938"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3074">
            <a:extLst>
              <a:ext uri="{FF2B5EF4-FFF2-40B4-BE49-F238E27FC236}">
                <a16:creationId xmlns:a16="http://schemas.microsoft.com/office/drawing/2014/main" id="{CD785B6A-CDAE-4543-89B3-1A75AAFC1C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505200" y="2737247"/>
            <a:ext cx="5181600" cy="1231106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altLang="zh-CN" sz="4000" noProof="0" smtClean="0">
                <a:ln>
                  <a:solidFill>
                    <a:srgbClr val="014880"/>
                  </a:solidFill>
                </a:ln>
                <a:solidFill>
                  <a:srgbClr val="014880"/>
                </a:solidFill>
                <a:latin typeface="Times New Roman" panose="02020603050405020304" pitchFamily="18" charset="0"/>
                <a:ea typeface="宋体" charset="-122"/>
                <a:cs typeface="Arial" charset="0"/>
              </a:defRPr>
            </a:lvl1pPr>
          </a:lstStyle>
          <a:p>
            <a:pPr marL="12724" lvl="0" defTabSz="1023938"/>
            <a:r>
              <a:rPr lang="en-US" altLang="zh-CN" noProof="0"/>
              <a:t>Click to edit Master title style</a:t>
            </a:r>
          </a:p>
        </p:txBody>
      </p:sp>
      <p:sp>
        <p:nvSpPr>
          <p:cNvPr id="151555" name="Text Box 3075">
            <a:extLst>
              <a:ext uri="{FF2B5EF4-FFF2-40B4-BE49-F238E27FC236}">
                <a16:creationId xmlns:a16="http://schemas.microsoft.com/office/drawing/2014/main" id="{B2958CC8-657E-409D-B452-73D5A7913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33400"/>
            <a:ext cx="70866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200"/>
          </a:p>
        </p:txBody>
      </p:sp>
      <p:pic>
        <p:nvPicPr>
          <p:cNvPr id="151556" name="Picture 3076">
            <a:extLst>
              <a:ext uri="{FF2B5EF4-FFF2-40B4-BE49-F238E27FC236}">
                <a16:creationId xmlns:a16="http://schemas.microsoft.com/office/drawing/2014/main" id="{A1EA91E6-1A2E-467C-BA0E-A7822655A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5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407887D-0D24-41DB-896E-41597CA6C9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838300" y="50059"/>
            <a:ext cx="1020236" cy="100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See the source image">
            <a:extLst>
              <a:ext uri="{FF2B5EF4-FFF2-40B4-BE49-F238E27FC236}">
                <a16:creationId xmlns:a16="http://schemas.microsoft.com/office/drawing/2014/main" id="{E268D26F-CD20-40AA-A822-6274837006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000" y="50059"/>
            <a:ext cx="1008900" cy="100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51D25-C80F-4DDD-A0FE-7C2A28F7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88" y="152400"/>
            <a:ext cx="6464431" cy="49244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zh-CN" altLang="en-US" sz="3200" spc="-5">
                <a:ln>
                  <a:solidFill>
                    <a:srgbClr val="014880"/>
                  </a:solidFill>
                </a:ln>
                <a:solidFill>
                  <a:srgbClr val="01488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defTabSz="1023938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02AE1E-EFEB-439E-A6AF-CF78089B1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CB21A6-814C-4260-B4E3-C62A14E89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baseline="0">
                <a:latin typeface="Times New Roman" panose="02020603050405020304" pitchFamily="18" charset="0"/>
              </a:defRPr>
            </a:lvl1pPr>
          </a:lstStyle>
          <a:p>
            <a:fld id="{C3D4FC40-3CAE-457E-B8E9-40EF3DD4E16F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83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baseline="0">
                <a:latin typeface="Times New Roman" panose="02020603050405020304" pitchFamily="18" charset="0"/>
              </a:defRPr>
            </a:lvl1pPr>
          </a:lstStyle>
          <a:p>
            <a:fld id="{1AB4C420-1B14-417E-9513-1577E3BF4F5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5851D25-C80F-4DDD-A0FE-7C2A28F7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88" y="152400"/>
            <a:ext cx="6464431" cy="49244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zh-CN" altLang="en-US" sz="3200" spc="-5">
                <a:ln>
                  <a:solidFill>
                    <a:srgbClr val="014880"/>
                  </a:solidFill>
                </a:ln>
                <a:solidFill>
                  <a:srgbClr val="01488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defTabSz="1023938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1860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 algn="r"/>
            <a:fld id="{EA9EF138-7980-4456-9559-EA8872B846D5}" type="slidenum">
              <a:rPr lang="en-US" altLang="zh-CN" smtClean="0"/>
              <a:pPr algn="r"/>
              <a:t>‹#›</a:t>
            </a:fld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5851D25-C80F-4DDD-A0FE-7C2A28F76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88" y="152400"/>
            <a:ext cx="6464431" cy="492443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zh-CN" altLang="en-US" sz="3200" spc="-5">
                <a:ln>
                  <a:solidFill>
                    <a:srgbClr val="014880"/>
                  </a:solidFill>
                </a:ln>
                <a:solidFill>
                  <a:srgbClr val="01488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lvl="0" defTabSz="1023938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40272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9C28D937-C7E3-4785-BC82-08E67B942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868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lvl="0" defTabSz="1023938"/>
            <a:r>
              <a:rPr lang="en-US" altLang="zh-CN"/>
              <a:t>Click to edit Master title style</a:t>
            </a:r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4604E144-F3CF-4AE7-A600-E5765E5A4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143000"/>
            <a:ext cx="8686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50532" name="Rectangle 4">
            <a:extLst>
              <a:ext uri="{FF2B5EF4-FFF2-40B4-BE49-F238E27FC236}">
                <a16:creationId xmlns:a16="http://schemas.microsoft.com/office/drawing/2014/main" id="{732AACD4-9AF5-4863-BBCF-AE00D3221AE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362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z="2000" baseline="0" smtClean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algn="r"/>
            <a:fld id="{587BD412-E0F4-436B-BFCB-390133B4B0DD}" type="slidenum">
              <a:rPr smtClean="0"/>
              <a:pPr algn="r"/>
              <a:t>‹#›</a:t>
            </a:fld>
            <a:endParaRPr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94682B7-E427-41C7-96E9-C84E352491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7838300" y="50059"/>
            <a:ext cx="1020236" cy="100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See the source image">
            <a:extLst>
              <a:ext uri="{FF2B5EF4-FFF2-40B4-BE49-F238E27FC236}">
                <a16:creationId xmlns:a16="http://schemas.microsoft.com/office/drawing/2014/main" id="{EDB37E9A-34C4-44B4-A4DA-4FE3D5DA68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000" y="50059"/>
            <a:ext cx="1008900" cy="100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0" r:id="rId3"/>
    <p:sldLayoutId id="2147483662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altLang="zh-CN" sz="3200" b="1" kern="1200" spc="-5">
          <a:ln>
            <a:solidFill>
              <a:srgbClr val="014880"/>
            </a:solidFill>
          </a:ln>
          <a:solidFill>
            <a:srgbClr val="014880"/>
          </a:solidFill>
          <a:latin typeface="Times New Roman" panose="02020603050405020304" pitchFamily="18" charset="0"/>
          <a:ea typeface="宋体" panose="0201060003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34950" algn="l" rtl="0" eaLnBrk="0" fontAlgn="base" hangingPunct="0">
        <a:spcBef>
          <a:spcPct val="20000"/>
        </a:spcBef>
        <a:spcAft>
          <a:spcPct val="0"/>
        </a:spcAft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2222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66838" indent="-176213" algn="l" rtl="0" eaLnBrk="0" fontAlgn="base" hangingPunct="0">
        <a:spcBef>
          <a:spcPct val="20000"/>
        </a:spcBef>
        <a:spcAft>
          <a:spcPct val="0"/>
        </a:spcAft>
        <a:buChar char="–"/>
        <a:defRPr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716088" indent="-176213" algn="l" rtl="0" eaLnBrk="0" fontAlgn="base" hangingPunct="0">
        <a:spcBef>
          <a:spcPct val="20000"/>
        </a:spcBef>
        <a:spcAft>
          <a:spcPct val="0"/>
        </a:spcAft>
        <a:buChar char="•"/>
        <a:defRPr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>
            <a:extLst>
              <a:ext uri="{FF2B5EF4-FFF2-40B4-BE49-F238E27FC236}">
                <a16:creationId xmlns:a16="http://schemas.microsoft.com/office/drawing/2014/main" id="{EF2B4347-266F-4A5D-A6FF-741E3AC3EA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505200" y="2737247"/>
            <a:ext cx="5181600" cy="2215991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4800">
                <a:ea typeface="宋体" panose="02010600030101010101" pitchFamily="2" charset="-122"/>
              </a:rPr>
              <a:t>Chapter 4</a:t>
            </a:r>
            <a:br>
              <a:rPr lang="en-US" altLang="zh-CN" sz="4800">
                <a:ea typeface="宋体" panose="02010600030101010101" pitchFamily="2" charset="-122"/>
              </a:rPr>
            </a:br>
            <a:r>
              <a:rPr lang="en-US" altLang="zh-CN" sz="4800">
                <a:ea typeface="宋体" panose="02010600030101010101" pitchFamily="2" charset="-122"/>
              </a:rPr>
              <a:t>The Von Neumann Model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5ADDF709-EC4D-164E-22D4-BA0356B4C9AB}"/>
              </a:ext>
            </a:extLst>
          </p:cNvPr>
          <p:cNvSpPr txBox="1"/>
          <p:nvPr/>
        </p:nvSpPr>
        <p:spPr>
          <a:xfrm>
            <a:off x="3032069" y="6185214"/>
            <a:ext cx="5139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Based on slides © McGraw-Hill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49"/>
          <p:cNvGrpSpPr>
            <a:grpSpLocks/>
          </p:cNvGrpSpPr>
          <p:nvPr/>
        </p:nvGrpSpPr>
        <p:grpSpPr bwMode="auto">
          <a:xfrm>
            <a:off x="4139952" y="1212310"/>
            <a:ext cx="4878636" cy="5240338"/>
            <a:chOff x="709" y="624"/>
            <a:chExt cx="4537" cy="3301"/>
          </a:xfrm>
        </p:grpSpPr>
        <p:sp>
          <p:nvSpPr>
            <p:cNvPr id="33" name="Text Box 3"/>
            <p:cNvSpPr txBox="1">
              <a:spLocks noChangeArrowheads="1"/>
            </p:cNvSpPr>
            <p:nvPr/>
          </p:nvSpPr>
          <p:spPr bwMode="auto">
            <a:xfrm>
              <a:off x="1642" y="624"/>
              <a:ext cx="246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Solve a system of equations</a:t>
              </a:r>
            </a:p>
          </p:txBody>
        </p:sp>
        <p:grpSp>
          <p:nvGrpSpPr>
            <p:cNvPr id="34" name="Group 28"/>
            <p:cNvGrpSpPr>
              <a:grpSpLocks/>
            </p:cNvGrpSpPr>
            <p:nvPr/>
          </p:nvGrpSpPr>
          <p:grpSpPr bwMode="auto">
            <a:xfrm>
              <a:off x="709" y="1150"/>
              <a:ext cx="4537" cy="292"/>
              <a:chOff x="709" y="1115"/>
              <a:chExt cx="4537" cy="292"/>
            </a:xfrm>
          </p:grpSpPr>
          <p:sp>
            <p:nvSpPr>
              <p:cNvPr id="74" name="Text Box 4"/>
              <p:cNvSpPr txBox="1">
                <a:spLocks noChangeArrowheads="1"/>
              </p:cNvSpPr>
              <p:nvPr/>
            </p:nvSpPr>
            <p:spPr bwMode="auto">
              <a:xfrm>
                <a:off x="2150" y="1116"/>
                <a:ext cx="109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Gaussian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elimination</a:t>
                </a:r>
              </a:p>
            </p:txBody>
          </p:sp>
          <p:sp>
            <p:nvSpPr>
              <p:cNvPr id="75" name="Text Box 5"/>
              <p:cNvSpPr txBox="1">
                <a:spLocks noChangeArrowheads="1"/>
              </p:cNvSpPr>
              <p:nvPr/>
            </p:nvSpPr>
            <p:spPr bwMode="auto">
              <a:xfrm>
                <a:off x="3345" y="1115"/>
                <a:ext cx="86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Jacobi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iteration</a:t>
                </a:r>
              </a:p>
            </p:txBody>
          </p:sp>
          <p:sp>
            <p:nvSpPr>
              <p:cNvPr id="76" name="Text Box 6"/>
              <p:cNvSpPr txBox="1">
                <a:spLocks noChangeArrowheads="1"/>
              </p:cNvSpPr>
              <p:nvPr/>
            </p:nvSpPr>
            <p:spPr bwMode="auto">
              <a:xfrm>
                <a:off x="709" y="1202"/>
                <a:ext cx="141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Red-black SOR</a:t>
                </a:r>
              </a:p>
            </p:txBody>
          </p:sp>
          <p:sp>
            <p:nvSpPr>
              <p:cNvPr id="77" name="Text Box 7"/>
              <p:cNvSpPr txBox="1">
                <a:spLocks noChangeArrowheads="1"/>
              </p:cNvSpPr>
              <p:nvPr/>
            </p:nvSpPr>
            <p:spPr bwMode="auto">
              <a:xfrm>
                <a:off x="4332" y="1202"/>
                <a:ext cx="91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Multigrid</a:t>
                </a:r>
              </a:p>
            </p:txBody>
          </p:sp>
        </p:grp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277" y="1794"/>
              <a:ext cx="2948" cy="174"/>
              <a:chOff x="1133" y="1848"/>
              <a:chExt cx="2948" cy="174"/>
            </a:xfrm>
          </p:grpSpPr>
          <p:sp>
            <p:nvSpPr>
              <p:cNvPr id="70" name="Text Box 8"/>
              <p:cNvSpPr txBox="1">
                <a:spLocks noChangeArrowheads="1"/>
              </p:cNvSpPr>
              <p:nvPr/>
            </p:nvSpPr>
            <p:spPr bwMode="auto">
              <a:xfrm>
                <a:off x="1133" y="1848"/>
                <a:ext cx="10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FORTRAN</a:t>
                </a:r>
              </a:p>
            </p:txBody>
          </p:sp>
          <p:sp>
            <p:nvSpPr>
              <p:cNvPr id="71" name="Text Box 9"/>
              <p:cNvSpPr txBox="1">
                <a:spLocks noChangeArrowheads="1"/>
              </p:cNvSpPr>
              <p:nvPr/>
            </p:nvSpPr>
            <p:spPr bwMode="auto">
              <a:xfrm>
                <a:off x="2279" y="1848"/>
                <a:ext cx="3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72" name="Text Box 10"/>
              <p:cNvSpPr txBox="1">
                <a:spLocks noChangeArrowheads="1"/>
              </p:cNvSpPr>
              <p:nvPr/>
            </p:nvSpPr>
            <p:spPr bwMode="auto">
              <a:xfrm>
                <a:off x="2811" y="1848"/>
                <a:ext cx="519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C++</a:t>
                </a:r>
              </a:p>
            </p:txBody>
          </p:sp>
          <p:sp>
            <p:nvSpPr>
              <p:cNvPr id="73" name="Text Box 11"/>
              <p:cNvSpPr txBox="1">
                <a:spLocks noChangeArrowheads="1"/>
              </p:cNvSpPr>
              <p:nvPr/>
            </p:nvSpPr>
            <p:spPr bwMode="auto">
              <a:xfrm>
                <a:off x="3508" y="1848"/>
                <a:ext cx="57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Java</a:t>
                </a:r>
              </a:p>
            </p:txBody>
          </p:sp>
        </p:grpSp>
        <p:grpSp>
          <p:nvGrpSpPr>
            <p:cNvPr id="36" name="Group 24"/>
            <p:cNvGrpSpPr>
              <a:grpSpLocks/>
            </p:cNvGrpSpPr>
            <p:nvPr/>
          </p:nvGrpSpPr>
          <p:grpSpPr bwMode="auto">
            <a:xfrm>
              <a:off x="982" y="2263"/>
              <a:ext cx="3647" cy="174"/>
              <a:chOff x="694" y="2472"/>
              <a:chExt cx="3647" cy="174"/>
            </a:xfrm>
          </p:grpSpPr>
          <p:sp>
            <p:nvSpPr>
              <p:cNvPr id="67" name="Text Box 12"/>
              <p:cNvSpPr txBox="1">
                <a:spLocks noChangeArrowheads="1"/>
              </p:cNvSpPr>
              <p:nvPr/>
            </p:nvSpPr>
            <p:spPr bwMode="auto">
              <a:xfrm>
                <a:off x="2004" y="2472"/>
                <a:ext cx="8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Intel x86</a:t>
                </a:r>
              </a:p>
            </p:txBody>
          </p:sp>
          <p:sp>
            <p:nvSpPr>
              <p:cNvPr id="68" name="Text Box 13"/>
              <p:cNvSpPr txBox="1">
                <a:spLocks noChangeArrowheads="1"/>
              </p:cNvSpPr>
              <p:nvPr/>
            </p:nvSpPr>
            <p:spPr bwMode="auto">
              <a:xfrm>
                <a:off x="694" y="2472"/>
                <a:ext cx="114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Sun SPARC</a:t>
                </a:r>
              </a:p>
            </p:txBody>
          </p:sp>
          <p:sp>
            <p:nvSpPr>
              <p:cNvPr id="69" name="Text Box 14"/>
              <p:cNvSpPr txBox="1">
                <a:spLocks noChangeArrowheads="1"/>
              </p:cNvSpPr>
              <p:nvPr/>
            </p:nvSpPr>
            <p:spPr bwMode="auto">
              <a:xfrm>
                <a:off x="3047" y="2472"/>
                <a:ext cx="129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IBM PowerPC</a:t>
                </a:r>
              </a:p>
            </p:txBody>
          </p:sp>
        </p:grpSp>
        <p:grpSp>
          <p:nvGrpSpPr>
            <p:cNvPr id="37" name="Group 25"/>
            <p:cNvGrpSpPr>
              <a:grpSpLocks/>
            </p:cNvGrpSpPr>
            <p:nvPr/>
          </p:nvGrpSpPr>
          <p:grpSpPr bwMode="auto">
            <a:xfrm>
              <a:off x="1362" y="2733"/>
              <a:ext cx="3161" cy="232"/>
              <a:chOff x="1074" y="2928"/>
              <a:chExt cx="3161" cy="232"/>
            </a:xfrm>
          </p:grpSpPr>
          <p:sp>
            <p:nvSpPr>
              <p:cNvPr id="64" name="Text Box 15"/>
              <p:cNvSpPr txBox="1">
                <a:spLocks noChangeArrowheads="1"/>
              </p:cNvSpPr>
              <p:nvPr/>
            </p:nvSpPr>
            <p:spPr bwMode="auto">
              <a:xfrm>
                <a:off x="1074" y="2986"/>
                <a:ext cx="100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Pentium 4</a:t>
                </a:r>
              </a:p>
            </p:txBody>
          </p:sp>
          <p:sp>
            <p:nvSpPr>
              <p:cNvPr id="65" name="Text Box 16"/>
              <p:cNvSpPr txBox="1">
                <a:spLocks noChangeArrowheads="1"/>
              </p:cNvSpPr>
              <p:nvPr/>
            </p:nvSpPr>
            <p:spPr bwMode="auto">
              <a:xfrm>
                <a:off x="1892" y="2928"/>
                <a:ext cx="109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Core 2 Duo</a:t>
                </a:r>
              </a:p>
            </p:txBody>
          </p:sp>
          <p:sp>
            <p:nvSpPr>
              <p:cNvPr id="66" name="Text Box 17"/>
              <p:cNvSpPr txBox="1">
                <a:spLocks noChangeArrowheads="1"/>
              </p:cNvSpPr>
              <p:nvPr/>
            </p:nvSpPr>
            <p:spPr bwMode="auto">
              <a:xfrm>
                <a:off x="2824" y="2986"/>
                <a:ext cx="141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AMD Athlon X2</a:t>
                </a:r>
              </a:p>
            </p:txBody>
          </p:sp>
        </p:grpSp>
        <p:grpSp>
          <p:nvGrpSpPr>
            <p:cNvPr id="38" name="Group 26"/>
            <p:cNvGrpSpPr>
              <a:grpSpLocks/>
            </p:cNvGrpSpPr>
            <p:nvPr/>
          </p:nvGrpSpPr>
          <p:grpSpPr bwMode="auto">
            <a:xfrm>
              <a:off x="1257" y="3202"/>
              <a:ext cx="3482" cy="174"/>
              <a:chOff x="1017" y="3288"/>
              <a:chExt cx="3482" cy="174"/>
            </a:xfrm>
          </p:grpSpPr>
          <p:sp>
            <p:nvSpPr>
              <p:cNvPr id="62" name="Text Box 18"/>
              <p:cNvSpPr txBox="1">
                <a:spLocks noChangeArrowheads="1"/>
              </p:cNvSpPr>
              <p:nvPr/>
            </p:nvSpPr>
            <p:spPr bwMode="auto">
              <a:xfrm>
                <a:off x="1017" y="3288"/>
                <a:ext cx="168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Ripple-carry adder</a:t>
                </a:r>
              </a:p>
            </p:txBody>
          </p:sp>
          <p:sp>
            <p:nvSpPr>
              <p:cNvPr id="63" name="Text Box 19"/>
              <p:cNvSpPr txBox="1">
                <a:spLocks noChangeArrowheads="1"/>
              </p:cNvSpPr>
              <p:nvPr/>
            </p:nvSpPr>
            <p:spPr bwMode="auto">
              <a:xfrm>
                <a:off x="2469" y="3288"/>
                <a:ext cx="203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Carry-lookahead adder</a:t>
                </a:r>
              </a:p>
            </p:txBody>
          </p:sp>
        </p:grpSp>
        <p:grpSp>
          <p:nvGrpSpPr>
            <p:cNvPr id="39" name="Group 27"/>
            <p:cNvGrpSpPr>
              <a:grpSpLocks/>
            </p:cNvGrpSpPr>
            <p:nvPr/>
          </p:nvGrpSpPr>
          <p:grpSpPr bwMode="auto">
            <a:xfrm>
              <a:off x="1259" y="3696"/>
              <a:ext cx="3608" cy="229"/>
              <a:chOff x="1259" y="3696"/>
              <a:chExt cx="3608" cy="229"/>
            </a:xfrm>
          </p:grpSpPr>
          <p:sp>
            <p:nvSpPr>
              <p:cNvPr id="59" name="Text Box 20"/>
              <p:cNvSpPr txBox="1">
                <a:spLocks noChangeArrowheads="1"/>
              </p:cNvSpPr>
              <p:nvPr/>
            </p:nvSpPr>
            <p:spPr bwMode="auto">
              <a:xfrm>
                <a:off x="1259" y="3751"/>
                <a:ext cx="121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Static CMOS</a:t>
                </a:r>
              </a:p>
            </p:txBody>
          </p:sp>
          <p:sp>
            <p:nvSpPr>
              <p:cNvPr id="60" name="Text Box 21"/>
              <p:cNvSpPr txBox="1">
                <a:spLocks noChangeArrowheads="1"/>
              </p:cNvSpPr>
              <p:nvPr/>
            </p:nvSpPr>
            <p:spPr bwMode="auto">
              <a:xfrm>
                <a:off x="2200" y="3751"/>
                <a:ext cx="145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Dynamic CMOS</a:t>
                </a:r>
              </a:p>
            </p:txBody>
          </p:sp>
          <p:sp>
            <p:nvSpPr>
              <p:cNvPr id="61" name="Text Box 22"/>
              <p:cNvSpPr txBox="1">
                <a:spLocks noChangeArrowheads="1"/>
              </p:cNvSpPr>
              <p:nvPr/>
            </p:nvSpPr>
            <p:spPr bwMode="auto">
              <a:xfrm>
                <a:off x="3331" y="3696"/>
                <a:ext cx="15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Nanomechanical</a:t>
                </a:r>
              </a:p>
            </p:txBody>
          </p:sp>
        </p:grp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 flipH="1">
              <a:off x="1728" y="912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268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31"/>
            <p:cNvSpPr>
              <a:spLocks noChangeShapeType="1"/>
            </p:cNvSpPr>
            <p:nvPr/>
          </p:nvSpPr>
          <p:spPr bwMode="auto">
            <a:xfrm>
              <a:off x="2688" y="912"/>
              <a:ext cx="100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32"/>
            <p:cNvSpPr>
              <a:spLocks noChangeShapeType="1"/>
            </p:cNvSpPr>
            <p:nvPr/>
          </p:nvSpPr>
          <p:spPr bwMode="auto">
            <a:xfrm>
              <a:off x="2688" y="912"/>
              <a:ext cx="18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 flipH="1">
              <a:off x="2112" y="153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34"/>
            <p:cNvSpPr>
              <a:spLocks noChangeShapeType="1"/>
            </p:cNvSpPr>
            <p:nvPr/>
          </p:nvSpPr>
          <p:spPr bwMode="auto">
            <a:xfrm flipH="1">
              <a:off x="2592" y="153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>
              <a:off x="2688" y="153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36"/>
            <p:cNvSpPr>
              <a:spLocks noChangeShapeType="1"/>
            </p:cNvSpPr>
            <p:nvPr/>
          </p:nvSpPr>
          <p:spPr bwMode="auto">
            <a:xfrm>
              <a:off x="2688" y="1536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37"/>
            <p:cNvSpPr>
              <a:spLocks noChangeShapeType="1"/>
            </p:cNvSpPr>
            <p:nvPr/>
          </p:nvSpPr>
          <p:spPr bwMode="auto">
            <a:xfrm flipH="1">
              <a:off x="1920" y="2016"/>
              <a:ext cx="62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38"/>
            <p:cNvSpPr>
              <a:spLocks noChangeShapeType="1"/>
            </p:cNvSpPr>
            <p:nvPr/>
          </p:nvSpPr>
          <p:spPr bwMode="auto">
            <a:xfrm>
              <a:off x="2544" y="201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39"/>
            <p:cNvSpPr>
              <a:spLocks noChangeShapeType="1"/>
            </p:cNvSpPr>
            <p:nvPr/>
          </p:nvSpPr>
          <p:spPr bwMode="auto">
            <a:xfrm>
              <a:off x="2544" y="2016"/>
              <a:ext cx="9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40"/>
            <p:cNvSpPr>
              <a:spLocks noChangeShapeType="1"/>
            </p:cNvSpPr>
            <p:nvPr/>
          </p:nvSpPr>
          <p:spPr bwMode="auto">
            <a:xfrm flipH="1">
              <a:off x="2112" y="2448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2688" y="244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42"/>
            <p:cNvSpPr>
              <a:spLocks noChangeShapeType="1"/>
            </p:cNvSpPr>
            <p:nvPr/>
          </p:nvSpPr>
          <p:spPr bwMode="auto">
            <a:xfrm>
              <a:off x="2688" y="2448"/>
              <a:ext cx="81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43"/>
            <p:cNvSpPr>
              <a:spLocks noChangeShapeType="1"/>
            </p:cNvSpPr>
            <p:nvPr/>
          </p:nvSpPr>
          <p:spPr bwMode="auto">
            <a:xfrm flipH="1">
              <a:off x="2448" y="2976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2736" y="2976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46"/>
            <p:cNvSpPr>
              <a:spLocks noChangeShapeType="1"/>
            </p:cNvSpPr>
            <p:nvPr/>
          </p:nvSpPr>
          <p:spPr bwMode="auto">
            <a:xfrm flipH="1">
              <a:off x="1920" y="3408"/>
              <a:ext cx="14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47"/>
            <p:cNvSpPr>
              <a:spLocks noChangeShapeType="1"/>
            </p:cNvSpPr>
            <p:nvPr/>
          </p:nvSpPr>
          <p:spPr bwMode="auto">
            <a:xfrm flipH="1">
              <a:off x="2880" y="3408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48"/>
            <p:cNvSpPr>
              <a:spLocks noChangeShapeType="1"/>
            </p:cNvSpPr>
            <p:nvPr/>
          </p:nvSpPr>
          <p:spPr bwMode="auto">
            <a:xfrm>
              <a:off x="3408" y="3408"/>
              <a:ext cx="379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9" name="矩形 88">
            <a:extLst>
              <a:ext uri="{FF2B5EF4-FFF2-40B4-BE49-F238E27FC236}">
                <a16:creationId xmlns:a16="http://schemas.microsoft.com/office/drawing/2014/main" id="{82FD7AF2-C0A9-45C6-8C86-F4F219C0779D}"/>
              </a:ext>
            </a:extLst>
          </p:cNvPr>
          <p:cNvSpPr/>
          <p:nvPr/>
        </p:nvSpPr>
        <p:spPr bwMode="auto">
          <a:xfrm>
            <a:off x="4265966" y="3725322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02DFFE7-C21F-4430-BF9C-19F30EA7E275}"/>
              </a:ext>
            </a:extLst>
          </p:cNvPr>
          <p:cNvSpPr/>
          <p:nvPr/>
        </p:nvSpPr>
        <p:spPr bwMode="auto">
          <a:xfrm>
            <a:off x="4265966" y="113030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8A2D24A0-8BB8-437B-A5CB-8D54E162D91F}"/>
              </a:ext>
            </a:extLst>
          </p:cNvPr>
          <p:cNvCxnSpPr>
            <a:cxnSpLocks/>
            <a:stCxn id="89" idx="1"/>
            <a:endCxn id="83" idx="3"/>
          </p:cNvCxnSpPr>
          <p:nvPr/>
        </p:nvCxnSpPr>
        <p:spPr bwMode="auto">
          <a:xfrm flipH="1" flipV="1">
            <a:off x="3686591" y="3851772"/>
            <a:ext cx="579375" cy="95260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" name="标题 1">
            <a:extLst>
              <a:ext uri="{FF2B5EF4-FFF2-40B4-BE49-F238E27FC236}">
                <a16:creationId xmlns:a16="http://schemas.microsoft.com/office/drawing/2014/main" id="{204E0AE0-6E15-4512-8F3E-F8BF2832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88" y="152400"/>
            <a:ext cx="6464431" cy="492443"/>
          </a:xfrm>
        </p:spPr>
        <p:txBody>
          <a:bodyPr/>
          <a:lstStyle/>
          <a:p>
            <a:r>
              <a:rPr lang="en-US" altLang="zh-CN" dirty="0"/>
              <a:t>Approach: Bottom Up </a:t>
            </a:r>
            <a:endParaRPr lang="zh-CN" altLang="en-US" dirty="0"/>
          </a:p>
        </p:txBody>
      </p:sp>
      <p:sp>
        <p:nvSpPr>
          <p:cNvPr id="81" name="Text Box 23"/>
          <p:cNvSpPr txBox="1">
            <a:spLocks noChangeArrowheads="1"/>
          </p:cNvSpPr>
          <p:nvPr/>
        </p:nvSpPr>
        <p:spPr bwMode="auto">
          <a:xfrm>
            <a:off x="1186836" y="1359360"/>
            <a:ext cx="13468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eaLnBrk="0" hangingPunct="0"/>
            <a:r>
              <a:rPr lang="en-US" altLang="zh-CN" b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Problems</a:t>
            </a:r>
          </a:p>
        </p:txBody>
      </p:sp>
      <p:sp>
        <p:nvSpPr>
          <p:cNvPr id="82" name="Text Box 24"/>
          <p:cNvSpPr txBox="1">
            <a:spLocks noChangeArrowheads="1"/>
          </p:cNvSpPr>
          <p:nvPr/>
        </p:nvSpPr>
        <p:spPr bwMode="auto">
          <a:xfrm>
            <a:off x="1172309" y="2754773"/>
            <a:ext cx="13965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eaLnBrk="0" hangingPunct="0"/>
            <a:r>
              <a:rPr lang="en-US" altLang="zh-CN" b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Language</a:t>
            </a:r>
          </a:p>
        </p:txBody>
      </p:sp>
      <p:sp>
        <p:nvSpPr>
          <p:cNvPr id="83" name="Text Box 25"/>
          <p:cNvSpPr txBox="1">
            <a:spLocks noChangeArrowheads="1"/>
          </p:cNvSpPr>
          <p:nvPr/>
        </p:nvSpPr>
        <p:spPr bwMode="auto">
          <a:xfrm>
            <a:off x="27576" y="3657873"/>
            <a:ext cx="3659015" cy="38779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defTabSz="914400" eaLnBrk="0" hangingPunct="0">
              <a:lnSpc>
                <a:spcPct val="80000"/>
              </a:lnSpc>
            </a:pPr>
            <a:r>
              <a:rPr lang="en-US" altLang="zh-CN" b="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Instruction Set Architecture </a:t>
            </a:r>
          </a:p>
        </p:txBody>
      </p:sp>
      <p:sp>
        <p:nvSpPr>
          <p:cNvPr id="84" name="Text Box 26"/>
          <p:cNvSpPr txBox="1">
            <a:spLocks noChangeArrowheads="1"/>
          </p:cNvSpPr>
          <p:nvPr/>
        </p:nvSpPr>
        <p:spPr bwMode="auto">
          <a:xfrm>
            <a:off x="652383" y="4077160"/>
            <a:ext cx="23855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eaLnBrk="0" hangingPunct="0"/>
            <a:r>
              <a:rPr lang="en-US" altLang="zh-CN" b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Microarchitecture</a:t>
            </a:r>
          </a:p>
        </p:txBody>
      </p:sp>
      <p:sp>
        <p:nvSpPr>
          <p:cNvPr id="85" name="Text Box 27"/>
          <p:cNvSpPr txBox="1">
            <a:spLocks noChangeArrowheads="1"/>
          </p:cNvSpPr>
          <p:nvPr/>
        </p:nvSpPr>
        <p:spPr bwMode="auto">
          <a:xfrm>
            <a:off x="1283002" y="4775660"/>
            <a:ext cx="11576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eaLnBrk="0" hangingPunct="0"/>
            <a:r>
              <a:rPr lang="en-US" altLang="zh-CN" b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Circuits</a:t>
            </a:r>
          </a:p>
        </p:txBody>
      </p:sp>
      <p:sp>
        <p:nvSpPr>
          <p:cNvPr id="86" name="Text Box 28"/>
          <p:cNvSpPr txBox="1">
            <a:spLocks noChangeArrowheads="1"/>
          </p:cNvSpPr>
          <p:nvPr/>
        </p:nvSpPr>
        <p:spPr bwMode="auto">
          <a:xfrm>
            <a:off x="1271010" y="5474160"/>
            <a:ext cx="11753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eaLnBrk="0" hangingPunct="0"/>
            <a:r>
              <a:rPr lang="en-US" altLang="zh-CN" b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Devices</a:t>
            </a:r>
          </a:p>
        </p:txBody>
      </p:sp>
      <p:sp>
        <p:nvSpPr>
          <p:cNvPr id="87" name="Text Box 30"/>
          <p:cNvSpPr txBox="1">
            <a:spLocks noChangeArrowheads="1"/>
          </p:cNvSpPr>
          <p:nvPr/>
        </p:nvSpPr>
        <p:spPr bwMode="auto">
          <a:xfrm>
            <a:off x="1049046" y="2056273"/>
            <a:ext cx="163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 eaLnBrk="0" hangingPunct="0"/>
            <a:r>
              <a:rPr lang="en-US" altLang="zh-CN" b="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Algorithms</a:t>
            </a:r>
          </a:p>
        </p:txBody>
      </p:sp>
      <p:sp>
        <p:nvSpPr>
          <p:cNvPr id="88" name="Line 32"/>
          <p:cNvSpPr>
            <a:spLocks noChangeShapeType="1"/>
          </p:cNvSpPr>
          <p:nvPr/>
        </p:nvSpPr>
        <p:spPr bwMode="auto">
          <a:xfrm>
            <a:off x="591846" y="1935623"/>
            <a:ext cx="2514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solidFill>
                  <a:srgbClr val="7030A0"/>
                </a:solidFill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03" name="Line 33"/>
          <p:cNvSpPr>
            <a:spLocks noChangeShapeType="1"/>
          </p:cNvSpPr>
          <p:nvPr/>
        </p:nvSpPr>
        <p:spPr bwMode="auto">
          <a:xfrm>
            <a:off x="591846" y="2634123"/>
            <a:ext cx="2514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solidFill>
                  <a:srgbClr val="7030A0"/>
                </a:solidFill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04" name="Line 34"/>
          <p:cNvSpPr>
            <a:spLocks noChangeShapeType="1"/>
          </p:cNvSpPr>
          <p:nvPr/>
        </p:nvSpPr>
        <p:spPr bwMode="auto">
          <a:xfrm>
            <a:off x="591846" y="3332623"/>
            <a:ext cx="2514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solidFill>
                  <a:srgbClr val="7030A0"/>
                </a:solidFill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05" name="Line 35"/>
          <p:cNvSpPr>
            <a:spLocks noChangeShapeType="1"/>
          </p:cNvSpPr>
          <p:nvPr/>
        </p:nvSpPr>
        <p:spPr bwMode="auto">
          <a:xfrm>
            <a:off x="591846" y="3956510"/>
            <a:ext cx="2514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solidFill>
                  <a:srgbClr val="7030A0"/>
                </a:solidFill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06" name="Line 36"/>
          <p:cNvSpPr>
            <a:spLocks noChangeShapeType="1"/>
          </p:cNvSpPr>
          <p:nvPr/>
        </p:nvSpPr>
        <p:spPr bwMode="auto">
          <a:xfrm>
            <a:off x="591846" y="4655010"/>
            <a:ext cx="2514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solidFill>
                  <a:srgbClr val="7030A0"/>
                </a:solidFill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07" name="Line 37"/>
          <p:cNvSpPr>
            <a:spLocks noChangeShapeType="1"/>
          </p:cNvSpPr>
          <p:nvPr/>
        </p:nvSpPr>
        <p:spPr bwMode="auto">
          <a:xfrm>
            <a:off x="591846" y="5353510"/>
            <a:ext cx="2514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solidFill>
                  <a:srgbClr val="7030A0"/>
                </a:solidFill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E18A05-A965-4D28-94E2-A23623CF4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40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8" name="内容占位符 1"/>
          <p:cNvSpPr>
            <a:spLocks/>
          </p:cNvSpPr>
          <p:nvPr/>
        </p:nvSpPr>
        <p:spPr bwMode="auto">
          <a:xfrm>
            <a:off x="396000" y="1170061"/>
            <a:ext cx="8439252" cy="4688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50938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58925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966913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749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321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893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465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037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87103" marR="5090" indent="-458069" algn="l" defTabSz="1023938">
              <a:lnSpc>
                <a:spcPct val="118200"/>
              </a:lnSpc>
              <a:spcBef>
                <a:spcPts val="55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ln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宋体" panose="02010600030101010101" pitchFamily="2" charset="-122"/>
              </a:rPr>
              <a:t>From ENIAC to the Stored Program Computer</a:t>
            </a:r>
          </a:p>
          <a:p>
            <a:pPr marL="687103" marR="5090" indent="-458069" algn="l" defTabSz="1023938">
              <a:lnSpc>
                <a:spcPct val="118200"/>
              </a:lnSpc>
              <a:spcBef>
                <a:spcPts val="55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ln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宋体" panose="02010600030101010101" pitchFamily="2" charset="-122"/>
              </a:rPr>
              <a:t>A Machine Structure</a:t>
            </a:r>
            <a:r>
              <a:rPr lang="zh-CN" altLang="en-US" b="1" dirty="0">
                <a:ln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ln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宋体" panose="02010600030101010101" pitchFamily="2" charset="-122"/>
              </a:rPr>
              <a:t>von Neumann Model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935C472-61A8-4041-B930-5442998696B1}"/>
              </a:ext>
            </a:extLst>
          </p:cNvPr>
          <p:cNvSpPr txBox="1">
            <a:spLocks/>
          </p:cNvSpPr>
          <p:nvPr/>
        </p:nvSpPr>
        <p:spPr>
          <a:xfrm>
            <a:off x="496523" y="333000"/>
            <a:ext cx="4939477" cy="49335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>
              <a:defRPr lang="zh-CN" altLang="en-US" sz="3200" b="1" spc="-5">
                <a:ln>
                  <a:solidFill>
                    <a:srgbClr val="014880"/>
                  </a:solidFill>
                </a:ln>
                <a:solidFill>
                  <a:srgbClr val="01488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j-cs"/>
              </a:defRPr>
            </a:lvl1pPr>
            <a:lvl2pPr algn="l">
              <a:defRPr sz="2800" b="1">
                <a:solidFill>
                  <a:schemeClr val="accent2"/>
                </a:solidFill>
              </a:defRPr>
            </a:lvl2pPr>
            <a:lvl3pPr algn="l">
              <a:defRPr sz="2800" b="1">
                <a:solidFill>
                  <a:schemeClr val="accent2"/>
                </a:solidFill>
              </a:defRPr>
            </a:lvl3pPr>
            <a:lvl4pPr algn="l">
              <a:defRPr sz="2800" b="1">
                <a:solidFill>
                  <a:schemeClr val="accent2"/>
                </a:solidFill>
              </a:defRPr>
            </a:lvl4pPr>
            <a:lvl5pPr algn="l">
              <a:defRPr sz="2800" b="1">
                <a:solidFill>
                  <a:schemeClr val="accent2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9pPr>
          </a:lstStyle>
          <a:p>
            <a:r>
              <a:rPr lang="en-US" altLang="zh-CN"/>
              <a:t>Outline</a:t>
            </a:r>
            <a:endParaRPr lang="zh-CN" altLang="en-US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553200" y="6324600"/>
            <a:ext cx="2362200" cy="381000"/>
          </a:xfrm>
        </p:spPr>
        <p:txBody>
          <a:bodyPr/>
          <a:lstStyle/>
          <a:p>
            <a:r>
              <a:rPr lang="en-US" altLang="zh-C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205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8" name="内容占位符 1"/>
          <p:cNvSpPr>
            <a:spLocks/>
          </p:cNvSpPr>
          <p:nvPr/>
        </p:nvSpPr>
        <p:spPr bwMode="auto">
          <a:xfrm>
            <a:off x="396000" y="1170061"/>
            <a:ext cx="8439252" cy="4688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50938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58925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966913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749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321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893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465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037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87103" marR="5090" indent="-458069" algn="l" defTabSz="1023938">
              <a:lnSpc>
                <a:spcPct val="118200"/>
              </a:lnSpc>
              <a:spcBef>
                <a:spcPts val="55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ln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宋体" panose="02010600030101010101" pitchFamily="2" charset="-122"/>
              </a:rPr>
              <a:t>From ENIAC to the Stored Program Computer</a:t>
            </a:r>
          </a:p>
          <a:p>
            <a:pPr marL="687103" marR="5090" indent="-458069" algn="l" defTabSz="1023938">
              <a:lnSpc>
                <a:spcPct val="118200"/>
              </a:lnSpc>
              <a:spcBef>
                <a:spcPts val="55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altLang="zh-CN" b="1" dirty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Machine Structure</a:t>
            </a:r>
            <a:r>
              <a:rPr lang="zh-CN" altLang="en-US" b="1" dirty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von Neumann Model</a:t>
            </a:r>
            <a:endParaRPr lang="en-US" altLang="zh-CN" b="1" dirty="0">
              <a:ln>
                <a:solidFill>
                  <a:schemeClr val="tx1"/>
                </a:solidFill>
              </a:ln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935C472-61A8-4041-B930-5442998696B1}"/>
              </a:ext>
            </a:extLst>
          </p:cNvPr>
          <p:cNvSpPr txBox="1">
            <a:spLocks/>
          </p:cNvSpPr>
          <p:nvPr/>
        </p:nvSpPr>
        <p:spPr>
          <a:xfrm>
            <a:off x="496523" y="333000"/>
            <a:ext cx="4939477" cy="49335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>
              <a:defRPr lang="zh-CN" altLang="en-US" sz="3200" b="1" spc="-5">
                <a:ln>
                  <a:solidFill>
                    <a:srgbClr val="014880"/>
                  </a:solidFill>
                </a:ln>
                <a:solidFill>
                  <a:srgbClr val="01488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j-cs"/>
              </a:defRPr>
            </a:lvl1pPr>
            <a:lvl2pPr algn="l">
              <a:defRPr sz="2800" b="1">
                <a:solidFill>
                  <a:schemeClr val="accent2"/>
                </a:solidFill>
              </a:defRPr>
            </a:lvl2pPr>
            <a:lvl3pPr algn="l">
              <a:defRPr sz="2800" b="1">
                <a:solidFill>
                  <a:schemeClr val="accent2"/>
                </a:solidFill>
              </a:defRPr>
            </a:lvl3pPr>
            <a:lvl4pPr algn="l">
              <a:defRPr sz="2800" b="1">
                <a:solidFill>
                  <a:schemeClr val="accent2"/>
                </a:solidFill>
              </a:defRPr>
            </a:lvl4pPr>
            <a:lvl5pPr algn="l">
              <a:defRPr sz="2800" b="1">
                <a:solidFill>
                  <a:schemeClr val="accent2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9pPr>
          </a:lstStyle>
          <a:p>
            <a:r>
              <a:rPr lang="en-US" altLang="zh-CN"/>
              <a:t>Outline</a:t>
            </a:r>
            <a:endParaRPr lang="zh-CN" altLang="en-US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553200" y="6324600"/>
            <a:ext cx="2362200" cy="381000"/>
          </a:xfrm>
        </p:spPr>
        <p:txBody>
          <a:bodyPr/>
          <a:lstStyle/>
          <a:p>
            <a:r>
              <a:rPr lang="en-US" altLang="zh-C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8538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05282" y="6136342"/>
            <a:ext cx="6957354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Changing the program could take days!</a:t>
            </a: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588" y="152400"/>
            <a:ext cx="6464431" cy="984885"/>
          </a:xfrm>
        </p:spPr>
        <p:txBody>
          <a:bodyPr/>
          <a:lstStyle/>
          <a:p>
            <a:r>
              <a:rPr lang="en-US" dirty="0"/>
              <a:t>ENIAC</a:t>
            </a:r>
            <a:r>
              <a:rPr lang="en-US" altLang="zh-CN" dirty="0"/>
              <a:t> - The first electronic computer, </a:t>
            </a:r>
            <a:r>
              <a:rPr lang="zh-CN" altLang="en-US" dirty="0"/>
              <a:t>1946年</a:t>
            </a:r>
            <a:endParaRPr lang="en-US" dirty="0"/>
          </a:p>
        </p:txBody>
      </p:sp>
      <p:pic>
        <p:nvPicPr>
          <p:cNvPr id="5" name="Content Placeholder 4" descr="Eniac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7" b="5757"/>
          <a:stretch>
            <a:fillRect/>
          </a:stretch>
        </p:blipFill>
        <p:spPr>
          <a:xfrm>
            <a:off x="224205" y="1448446"/>
            <a:ext cx="6188582" cy="4184637"/>
          </a:xfrm>
        </p:spPr>
      </p:pic>
      <p:sp>
        <p:nvSpPr>
          <p:cNvPr id="3" name="矩形 2"/>
          <p:cNvSpPr/>
          <p:nvPr/>
        </p:nvSpPr>
        <p:spPr>
          <a:xfrm>
            <a:off x="6569764" y="1711501"/>
            <a:ext cx="2435088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ea typeface="宋体" panose="02010600030101010101" pitchFamily="2" charset="-122"/>
              </a:rPr>
              <a:t>1943: ENIAC</a:t>
            </a:r>
          </a:p>
          <a:p>
            <a:pPr lvl="1" algn="l"/>
            <a:r>
              <a:rPr lang="en-US" altLang="zh-CN" sz="1800" dirty="0" err="1">
                <a:ea typeface="宋体" panose="02010600030101010101" pitchFamily="2" charset="-122"/>
              </a:rPr>
              <a:t>Presper</a:t>
            </a:r>
            <a:r>
              <a:rPr lang="en-US" altLang="zh-CN" sz="1800" dirty="0">
                <a:ea typeface="宋体" panose="02010600030101010101" pitchFamily="2" charset="-122"/>
              </a:rPr>
              <a:t> Eckert and John </a:t>
            </a:r>
            <a:r>
              <a:rPr lang="en-US" altLang="zh-CN" sz="1800" dirty="0" err="1">
                <a:ea typeface="宋体" panose="02010600030101010101" pitchFamily="2" charset="-122"/>
              </a:rPr>
              <a:t>Mauchly</a:t>
            </a:r>
            <a:r>
              <a:rPr lang="en-US" altLang="zh-CN" sz="1800" dirty="0">
                <a:ea typeface="宋体" panose="02010600030101010101" pitchFamily="2" charset="-122"/>
              </a:rPr>
              <a:t> -- first general electronic computer.</a:t>
            </a:r>
            <a:br>
              <a:rPr lang="en-US" altLang="zh-CN" sz="1800" dirty="0">
                <a:ea typeface="宋体" panose="02010600030101010101" pitchFamily="2" charset="-122"/>
              </a:rPr>
            </a:br>
            <a:r>
              <a:rPr lang="en-US" altLang="zh-CN" sz="1800" dirty="0">
                <a:ea typeface="宋体" panose="02010600030101010101" pitchFamily="2" charset="-122"/>
              </a:rPr>
              <a:t>(or was it John V. </a:t>
            </a:r>
            <a:r>
              <a:rPr lang="en-US" altLang="zh-CN" sz="1800" dirty="0" err="1">
                <a:ea typeface="宋体" panose="02010600030101010101" pitchFamily="2" charset="-122"/>
              </a:rPr>
              <a:t>Atanasoff</a:t>
            </a:r>
            <a:r>
              <a:rPr lang="en-US" altLang="zh-CN" sz="1800" dirty="0">
                <a:ea typeface="宋体" panose="02010600030101010101" pitchFamily="2" charset="-122"/>
              </a:rPr>
              <a:t> in 1939?)</a:t>
            </a:r>
          </a:p>
          <a:p>
            <a:pPr lvl="1" algn="l"/>
            <a:r>
              <a:rPr lang="en-US" altLang="zh-CN" sz="1800" dirty="0">
                <a:ea typeface="宋体" panose="02010600030101010101" pitchFamily="2" charset="-122"/>
              </a:rPr>
              <a:t>Hard-wired program -- settings of dials and switches.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08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31BC302A-D943-452F-AC43-E662CC28D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Stored Program Computer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EE17E65-4FAB-4DB3-8F91-1A24221205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23733"/>
            <a:ext cx="8673548" cy="3484866"/>
          </a:xfrm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1944: Beginnings of EDVAC</a:t>
            </a:r>
          </a:p>
          <a:p>
            <a:pPr lvl="1"/>
            <a:r>
              <a:rPr lang="en-US" altLang="zh-CN" sz="1800" dirty="0">
                <a:ea typeface="宋体" panose="02010600030101010101" pitchFamily="2" charset="-122"/>
              </a:rPr>
              <a:t>among other improvements, includes program stored in memory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1945: John von Neumann</a:t>
            </a:r>
          </a:p>
          <a:p>
            <a:pPr lvl="1"/>
            <a:r>
              <a:rPr lang="en-US" altLang="zh-CN" sz="1800" dirty="0">
                <a:ea typeface="宋体" panose="02010600030101010101" pitchFamily="2" charset="-122"/>
              </a:rPr>
              <a:t>wrote a report on the stored program concept, </a:t>
            </a:r>
            <a:br>
              <a:rPr lang="en-US" altLang="zh-CN" sz="1800" dirty="0">
                <a:ea typeface="宋体" panose="02010600030101010101" pitchFamily="2" charset="-122"/>
              </a:rPr>
            </a:br>
            <a:r>
              <a:rPr lang="en-US" altLang="zh-CN" sz="1800" dirty="0">
                <a:ea typeface="宋体" panose="02010600030101010101" pitchFamily="2" charset="-122"/>
              </a:rPr>
              <a:t>known as the </a:t>
            </a:r>
            <a:r>
              <a:rPr lang="en-US" altLang="zh-CN" sz="1800" i="1" dirty="0">
                <a:ea typeface="宋体" panose="02010600030101010101" pitchFamily="2" charset="-122"/>
              </a:rPr>
              <a:t>First Draft of a Report on EDVAC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The basic structure proposed in the draft became known as the “von Neumann machine” (or model).</a:t>
            </a:r>
          </a:p>
          <a:p>
            <a:pPr lvl="1"/>
            <a:r>
              <a:rPr lang="en-US" altLang="zh-CN" sz="1800" dirty="0">
                <a:ea typeface="宋体" panose="02010600030101010101" pitchFamily="2" charset="-122"/>
              </a:rPr>
              <a:t>a </a:t>
            </a:r>
            <a:r>
              <a:rPr lang="en-US" altLang="zh-CN" sz="1800" i="1" u="sng" dirty="0">
                <a:ea typeface="宋体" panose="02010600030101010101" pitchFamily="2" charset="-122"/>
              </a:rPr>
              <a:t>memory</a:t>
            </a:r>
            <a:r>
              <a:rPr lang="en-US" altLang="zh-CN" sz="1800" dirty="0">
                <a:ea typeface="宋体" panose="02010600030101010101" pitchFamily="2" charset="-122"/>
              </a:rPr>
              <a:t>, containing instructions and data</a:t>
            </a:r>
          </a:p>
          <a:p>
            <a:pPr lvl="1"/>
            <a:r>
              <a:rPr lang="en-US" altLang="zh-CN" sz="1800" dirty="0">
                <a:ea typeface="宋体" panose="02010600030101010101" pitchFamily="2" charset="-122"/>
              </a:rPr>
              <a:t>a </a:t>
            </a:r>
            <a:r>
              <a:rPr lang="en-US" altLang="zh-CN" sz="1800" i="1" u="sng" dirty="0">
                <a:ea typeface="宋体" panose="02010600030101010101" pitchFamily="2" charset="-122"/>
              </a:rPr>
              <a:t>processing unit</a:t>
            </a:r>
            <a:r>
              <a:rPr lang="en-US" altLang="zh-CN" sz="1800" dirty="0">
                <a:ea typeface="宋体" panose="02010600030101010101" pitchFamily="2" charset="-122"/>
              </a:rPr>
              <a:t>, for performing arithmetic and logical operations</a:t>
            </a:r>
          </a:p>
          <a:p>
            <a:pPr lvl="1"/>
            <a:r>
              <a:rPr lang="en-US" altLang="zh-CN" sz="1800" dirty="0">
                <a:ea typeface="宋体" panose="02010600030101010101" pitchFamily="2" charset="-122"/>
              </a:rPr>
              <a:t>a </a:t>
            </a:r>
            <a:r>
              <a:rPr lang="en-US" altLang="zh-CN" sz="1800" i="1" u="sng" dirty="0">
                <a:ea typeface="宋体" panose="02010600030101010101" pitchFamily="2" charset="-122"/>
              </a:rPr>
              <a:t>control unit</a:t>
            </a:r>
            <a:r>
              <a:rPr lang="en-US" altLang="zh-CN" sz="1800" dirty="0">
                <a:ea typeface="宋体" panose="02010600030101010101" pitchFamily="2" charset="-122"/>
              </a:rPr>
              <a:t>, for interpreting instructions</a:t>
            </a:r>
          </a:p>
        </p:txBody>
      </p:sp>
      <p:pic>
        <p:nvPicPr>
          <p:cNvPr id="5" name="Picture 119" descr="https://timgsa.baidu.com/timg?image&amp;quality=80&amp;size=b9999_10000&amp;sec=1535347445934&amp;di=98dda5b80881db9e4c0156965793ec50&amp;imgtype=0&amp;src=http%3A%2F%2Fpic.baike.soso.com%2Fp%2F20140212%2F20140212142358-100212375.jpg">
            <a:extLst>
              <a:ext uri="{FF2B5EF4-FFF2-40B4-BE49-F238E27FC236}">
                <a16:creationId xmlns:a16="http://schemas.microsoft.com/office/drawing/2014/main" id="{F1B56634-417E-4DD8-85B9-A6E745260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353" y="4462401"/>
            <a:ext cx="1311769" cy="171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6</a:t>
            </a:fld>
            <a:endParaRPr lang="zh-CN" altLang="en-US"/>
          </a:p>
        </p:txBody>
      </p:sp>
      <p:pic>
        <p:nvPicPr>
          <p:cNvPr id="3" name="Picture 2" descr="John W. Mauchly">
            <a:extLst>
              <a:ext uri="{FF2B5EF4-FFF2-40B4-BE49-F238E27FC236}">
                <a16:creationId xmlns:a16="http://schemas.microsoft.com/office/drawing/2014/main" id="{EB9E37EE-9907-9FA2-2B54-33212F23E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713" y="4458904"/>
            <a:ext cx="14478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F103F96-8D33-0FD3-572C-649AA39F4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033" y="4458904"/>
            <a:ext cx="14478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4">
            <a:extLst>
              <a:ext uri="{FF2B5EF4-FFF2-40B4-BE49-F238E27FC236}">
                <a16:creationId xmlns:a16="http://schemas.microsoft.com/office/drawing/2014/main" id="{828286EC-3576-D86C-510D-798DE2247000}"/>
              </a:ext>
            </a:extLst>
          </p:cNvPr>
          <p:cNvSpPr txBox="1"/>
          <p:nvPr/>
        </p:nvSpPr>
        <p:spPr>
          <a:xfrm>
            <a:off x="1882337" y="6233317"/>
            <a:ext cx="3059504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marL="0" marR="0" lvl="0" indent="0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  <a:defRPr kumimoji="0" sz="1800" i="0" u="none" strike="noStrike" cap="none" spc="0" normalizeH="0" baseline="-2500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dirty="0"/>
              <a:t>John W. Mauchly and J. Presper Eckert, Jr.</a:t>
            </a:r>
          </a:p>
        </p:txBody>
      </p:sp>
      <p:sp>
        <p:nvSpPr>
          <p:cNvPr id="7" name="Text Box 56">
            <a:extLst>
              <a:ext uri="{FF2B5EF4-FFF2-40B4-BE49-F238E27FC236}">
                <a16:creationId xmlns:a16="http://schemas.microsoft.com/office/drawing/2014/main" id="{847C070B-9416-2E1C-250A-0145DE998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6353" y="6238013"/>
            <a:ext cx="1311769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marL="0" marR="0" lvl="0" indent="0" defTabSz="914400" latinLnBrk="0">
              <a:lnSpc>
                <a:spcPct val="100000"/>
              </a:lnSpc>
              <a:buClrTx/>
              <a:buSzTx/>
              <a:buFontTx/>
              <a:buNone/>
              <a:tabLst/>
              <a:defRPr kumimoji="0" sz="1800" i="0" u="none" strike="noStrike" cap="none" spc="0" normalizeH="0" baseline="-2500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Von Neumann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8" name="内容占位符 1"/>
          <p:cNvSpPr>
            <a:spLocks/>
          </p:cNvSpPr>
          <p:nvPr/>
        </p:nvSpPr>
        <p:spPr bwMode="auto">
          <a:xfrm>
            <a:off x="396000" y="1170061"/>
            <a:ext cx="8439252" cy="4688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50938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558925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966913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3749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321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893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7465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2037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87103" marR="5090" indent="-458069" algn="l" defTabSz="1023938">
              <a:lnSpc>
                <a:spcPct val="118200"/>
              </a:lnSpc>
              <a:spcBef>
                <a:spcPts val="55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altLang="zh-CN" b="1">
                <a:ln>
                  <a:solidFill>
                    <a:schemeClr val="bg2"/>
                  </a:solidFill>
                </a:ln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From ENIAC to the Stored Program Computer</a:t>
            </a:r>
          </a:p>
          <a:p>
            <a:pPr marL="687103" marR="5090" indent="-458069" algn="l" defTabSz="1023938">
              <a:lnSpc>
                <a:spcPct val="118200"/>
              </a:lnSpc>
              <a:spcBef>
                <a:spcPts val="55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altLang="zh-CN" b="1">
                <a:ln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宋体" panose="02010600030101010101" pitchFamily="2" charset="-122"/>
              </a:rPr>
              <a:t>A Machine Structure</a:t>
            </a:r>
            <a:r>
              <a:rPr lang="zh-CN" altLang="en-US" b="1">
                <a:ln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b="1">
                <a:ln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宋体" panose="02010600030101010101" pitchFamily="2" charset="-122"/>
              </a:rPr>
              <a:t>von Neumann Model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935C472-61A8-4041-B930-5442998696B1}"/>
              </a:ext>
            </a:extLst>
          </p:cNvPr>
          <p:cNvSpPr txBox="1">
            <a:spLocks/>
          </p:cNvSpPr>
          <p:nvPr/>
        </p:nvSpPr>
        <p:spPr>
          <a:xfrm>
            <a:off x="496523" y="333000"/>
            <a:ext cx="4939477" cy="49335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l">
              <a:defRPr lang="zh-CN" altLang="en-US" sz="3200" b="1" spc="-5">
                <a:ln>
                  <a:solidFill>
                    <a:srgbClr val="014880"/>
                  </a:solidFill>
                </a:ln>
                <a:solidFill>
                  <a:srgbClr val="01488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j-cs"/>
              </a:defRPr>
            </a:lvl1pPr>
            <a:lvl2pPr algn="l">
              <a:defRPr sz="2800" b="1">
                <a:solidFill>
                  <a:schemeClr val="accent2"/>
                </a:solidFill>
              </a:defRPr>
            </a:lvl2pPr>
            <a:lvl3pPr algn="l">
              <a:defRPr sz="2800" b="1">
                <a:solidFill>
                  <a:schemeClr val="accent2"/>
                </a:solidFill>
              </a:defRPr>
            </a:lvl3pPr>
            <a:lvl4pPr algn="l">
              <a:defRPr sz="2800" b="1">
                <a:solidFill>
                  <a:schemeClr val="accent2"/>
                </a:solidFill>
              </a:defRPr>
            </a:lvl4pPr>
            <a:lvl5pPr algn="l">
              <a:defRPr sz="2800" b="1">
                <a:solidFill>
                  <a:schemeClr val="accent2"/>
                </a:solidFill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</a:defRPr>
            </a:lvl9pPr>
          </a:lstStyle>
          <a:p>
            <a:r>
              <a:rPr lang="en-US" altLang="zh-CN"/>
              <a:t>Outline</a:t>
            </a:r>
            <a:endParaRPr lang="zh-CN" altLang="en-US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553200" y="6324600"/>
            <a:ext cx="2362200" cy="381000"/>
          </a:xfrm>
        </p:spPr>
        <p:txBody>
          <a:bodyPr/>
          <a:lstStyle/>
          <a:p>
            <a:r>
              <a:rPr lang="en-US" altLang="zh-C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696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CCCA5EF7-0E2F-4253-9FA8-9BA132E64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Von Neumann Model</a:t>
            </a:r>
            <a:endParaRPr lang="en-US" altLang="zh-CN" sz="1800">
              <a:ea typeface="宋体" panose="02010600030101010101" pitchFamily="2" charset="-122"/>
            </a:endParaRPr>
          </a:p>
        </p:txBody>
      </p:sp>
      <p:graphicFrame>
        <p:nvGraphicFramePr>
          <p:cNvPr id="9220" name="Object 14">
            <a:extLst>
              <a:ext uri="{FF2B5EF4-FFF2-40B4-BE49-F238E27FC236}">
                <a16:creationId xmlns:a16="http://schemas.microsoft.com/office/drawing/2014/main" id="{870A382E-23BE-46C7-9F12-E0D611C428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2213" y="1219200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5743575" imgH="4029075" progId="CorelDRAW.Graphic.9">
                  <p:embed/>
                </p:oleObj>
              </mc:Choice>
              <mc:Fallback>
                <p:oleObj name="CorelDRAW" r:id="rId2" imgW="5743575" imgH="4029075" progId="CorelDRAW.Graphic.9">
                  <p:embed/>
                  <p:pic>
                    <p:nvPicPr>
                      <p:cNvPr id="9220" name="Object 14">
                        <a:extLst>
                          <a:ext uri="{FF2B5EF4-FFF2-40B4-BE49-F238E27FC236}">
                            <a16:creationId xmlns:a16="http://schemas.microsoft.com/office/drawing/2014/main" id="{870A382E-23BE-46C7-9F12-E0D611C428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1219200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EA9EF138-7980-4456-9559-EA8872B846D5}" type="slidenum">
              <a:rPr lang="en-US" altLang="zh-CN" smtClean="0"/>
              <a:pPr algn="r"/>
              <a:t>8</a:t>
            </a:fld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70D5F300-16AE-47AF-BE2D-C92D7C52E1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62212A5-B22A-469A-ADD7-9A8E4FE03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>
                <a:ea typeface="宋体" panose="02010600030101010101" pitchFamily="2" charset="-122"/>
              </a:rPr>
              <a:t>2</a:t>
            </a:r>
            <a:r>
              <a:rPr lang="en-US" altLang="zh-CN" i="1" baseline="30000" dirty="0"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 x </a:t>
            </a:r>
            <a:r>
              <a:rPr lang="en-US" altLang="zh-CN" i="1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 array of stored bits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Address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unique (</a:t>
            </a:r>
            <a:r>
              <a:rPr lang="en-US" altLang="zh-CN" i="1" dirty="0">
                <a:ea typeface="宋体" panose="02010600030101010101" pitchFamily="2" charset="-122"/>
              </a:rPr>
              <a:t>k</a:t>
            </a:r>
            <a:r>
              <a:rPr lang="en-US" altLang="zh-CN" dirty="0">
                <a:ea typeface="宋体" panose="02010600030101010101" pitchFamily="2" charset="-122"/>
              </a:rPr>
              <a:t>-bit) identifier of location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Contents</a:t>
            </a:r>
          </a:p>
          <a:p>
            <a:pPr lvl="1"/>
            <a:r>
              <a:rPr lang="en-US" altLang="zh-CN" i="1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-bit value stored in location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Basic Operations:</a:t>
            </a:r>
          </a:p>
          <a:p>
            <a:r>
              <a:rPr lang="en-US" altLang="zh-CN" b="0" dirty="0">
                <a:ea typeface="宋体" panose="02010600030101010101" pitchFamily="2" charset="-122"/>
              </a:rPr>
              <a:t>LOAD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read a value from a memory location</a:t>
            </a:r>
          </a:p>
          <a:p>
            <a:r>
              <a:rPr lang="en-US" altLang="zh-CN" b="0" dirty="0">
                <a:ea typeface="宋体" panose="02010600030101010101" pitchFamily="2" charset="-122"/>
              </a:rPr>
              <a:t>STORE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write a value to a memory location</a:t>
            </a:r>
          </a:p>
        </p:txBody>
      </p:sp>
      <p:grpSp>
        <p:nvGrpSpPr>
          <p:cNvPr id="10245" name="Group 4">
            <a:extLst>
              <a:ext uri="{FF2B5EF4-FFF2-40B4-BE49-F238E27FC236}">
                <a16:creationId xmlns:a16="http://schemas.microsoft.com/office/drawing/2014/main" id="{2E476F7B-B9DB-4BC6-BD2D-60D6A0377146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057400"/>
            <a:ext cx="1828800" cy="2743200"/>
            <a:chOff x="3552" y="1488"/>
            <a:chExt cx="1152" cy="1728"/>
          </a:xfrm>
        </p:grpSpPr>
        <p:sp>
          <p:nvSpPr>
            <p:cNvPr id="10249" name="Rectangle 5">
              <a:extLst>
                <a:ext uri="{FF2B5EF4-FFF2-40B4-BE49-F238E27FC236}">
                  <a16:creationId xmlns:a16="http://schemas.microsoft.com/office/drawing/2014/main" id="{C564C8FD-0B5C-44BA-ACB1-90871F617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488"/>
              <a:ext cx="1152" cy="1728"/>
            </a:xfrm>
            <a:prstGeom prst="rect">
              <a:avLst/>
            </a:prstGeom>
            <a:noFill/>
            <a:ln w="28575">
              <a:solidFill>
                <a:srgbClr val="CE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50" name="Line 6">
              <a:extLst>
                <a:ext uri="{FF2B5EF4-FFF2-40B4-BE49-F238E27FC236}">
                  <a16:creationId xmlns:a16="http://schemas.microsoft.com/office/drawing/2014/main" id="{9AE75197-8FF0-4119-993C-3FB2581DB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63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Line 7">
              <a:extLst>
                <a:ext uri="{FF2B5EF4-FFF2-40B4-BE49-F238E27FC236}">
                  <a16:creationId xmlns:a16="http://schemas.microsoft.com/office/drawing/2014/main" id="{FE1D9E8E-A10A-4A8D-B676-3AFDAE1C6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776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Line 8">
              <a:extLst>
                <a:ext uri="{FF2B5EF4-FFF2-40B4-BE49-F238E27FC236}">
                  <a16:creationId xmlns:a16="http://schemas.microsoft.com/office/drawing/2014/main" id="{5791FC18-B7B9-4329-9670-DD35BFA81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920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3" name="Line 9">
              <a:extLst>
                <a:ext uri="{FF2B5EF4-FFF2-40B4-BE49-F238E27FC236}">
                  <a16:creationId xmlns:a16="http://schemas.microsoft.com/office/drawing/2014/main" id="{BD31527D-78E3-43B7-8B41-9C72A9A9E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064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4" name="Line 10">
              <a:extLst>
                <a:ext uri="{FF2B5EF4-FFF2-40B4-BE49-F238E27FC236}">
                  <a16:creationId xmlns:a16="http://schemas.microsoft.com/office/drawing/2014/main" id="{CD1D357C-78CF-4B9B-8E69-C4588C4AE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208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5" name="Line 11">
              <a:extLst>
                <a:ext uri="{FF2B5EF4-FFF2-40B4-BE49-F238E27FC236}">
                  <a16:creationId xmlns:a16="http://schemas.microsoft.com/office/drawing/2014/main" id="{66020F4E-C896-4E42-9592-0F12762EE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35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6" name="Line 12">
              <a:extLst>
                <a:ext uri="{FF2B5EF4-FFF2-40B4-BE49-F238E27FC236}">
                  <a16:creationId xmlns:a16="http://schemas.microsoft.com/office/drawing/2014/main" id="{BFA15EEE-218D-4033-B044-F3268B174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496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7" name="Line 13">
              <a:extLst>
                <a:ext uri="{FF2B5EF4-FFF2-40B4-BE49-F238E27FC236}">
                  <a16:creationId xmlns:a16="http://schemas.microsoft.com/office/drawing/2014/main" id="{59174063-2BB1-40B7-B409-DAC042531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784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8" name="Line 14">
              <a:extLst>
                <a:ext uri="{FF2B5EF4-FFF2-40B4-BE49-F238E27FC236}">
                  <a16:creationId xmlns:a16="http://schemas.microsoft.com/office/drawing/2014/main" id="{B05BCF6D-1F0A-48EE-B0EF-8E2A9AAA6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928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9" name="Line 15">
              <a:extLst>
                <a:ext uri="{FF2B5EF4-FFF2-40B4-BE49-F238E27FC236}">
                  <a16:creationId xmlns:a16="http://schemas.microsoft.com/office/drawing/2014/main" id="{430FE7A8-A943-4FF7-9609-4C6AD5820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07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0" name="Text Box 16">
              <a:extLst>
                <a:ext uri="{FF2B5EF4-FFF2-40B4-BE49-F238E27FC236}">
                  <a16:creationId xmlns:a16="http://schemas.microsoft.com/office/drawing/2014/main" id="{E627AF53-A30D-4372-B3DD-26D0E43F5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496"/>
              <a:ext cx="212" cy="3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E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50000"/>
                </a:lnSpc>
              </a:pPr>
              <a:r>
                <a:rPr lang="en-US" altLang="zh-CN" sz="1800" b="1">
                  <a:solidFill>
                    <a:srgbClr val="CE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•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800" b="1">
                  <a:solidFill>
                    <a:srgbClr val="CE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•</a:t>
              </a:r>
            </a:p>
            <a:p>
              <a:pPr>
                <a:lnSpc>
                  <a:spcPct val="50000"/>
                </a:lnSpc>
              </a:pPr>
              <a:r>
                <a:rPr lang="en-US" altLang="zh-CN" sz="1800" b="1">
                  <a:solidFill>
                    <a:srgbClr val="CE0000"/>
                  </a:solidFill>
                  <a:latin typeface="Franklin Gothic Book" panose="020B0503020102020204" pitchFamily="34" charset="0"/>
                  <a:ea typeface="宋体" panose="02010600030101010101" pitchFamily="2" charset="-122"/>
                </a:rPr>
                <a:t>•</a:t>
              </a:r>
            </a:p>
          </p:txBody>
        </p:sp>
      </p:grpSp>
      <p:sp>
        <p:nvSpPr>
          <p:cNvPr id="10246" name="Text Box 17">
            <a:extLst>
              <a:ext uri="{FF2B5EF4-FFF2-40B4-BE49-F238E27FC236}">
                <a16:creationId xmlns:a16="http://schemas.microsoft.com/office/drawing/2014/main" id="{EFD51C4C-3152-4682-8E5A-CB8BD6A7F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070100"/>
            <a:ext cx="730250" cy="279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82000"/>
              </a:lnSpc>
            </a:pPr>
            <a:r>
              <a:rPr lang="en-US" altLang="zh-CN" sz="1800" b="1">
                <a:latin typeface="CourierPS" pitchFamily="49" charset="0"/>
                <a:ea typeface="宋体" panose="02010600030101010101" pitchFamily="2" charset="-122"/>
              </a:rPr>
              <a:t>0000</a:t>
            </a:r>
          </a:p>
          <a:p>
            <a:pPr algn="r">
              <a:lnSpc>
                <a:spcPct val="82000"/>
              </a:lnSpc>
            </a:pPr>
            <a:r>
              <a:rPr lang="en-US" altLang="zh-CN" sz="1800" b="1">
                <a:latin typeface="CourierPS" pitchFamily="49" charset="0"/>
                <a:ea typeface="宋体" panose="02010600030101010101" pitchFamily="2" charset="-122"/>
              </a:rPr>
              <a:t>0001</a:t>
            </a:r>
          </a:p>
          <a:p>
            <a:pPr algn="r">
              <a:lnSpc>
                <a:spcPct val="82000"/>
              </a:lnSpc>
            </a:pPr>
            <a:r>
              <a:rPr lang="en-US" altLang="zh-CN" sz="1800" b="1">
                <a:latin typeface="CourierPS" pitchFamily="49" charset="0"/>
                <a:ea typeface="宋体" panose="02010600030101010101" pitchFamily="2" charset="-122"/>
              </a:rPr>
              <a:t>0010</a:t>
            </a:r>
          </a:p>
          <a:p>
            <a:pPr algn="r">
              <a:lnSpc>
                <a:spcPct val="82000"/>
              </a:lnSpc>
            </a:pPr>
            <a:r>
              <a:rPr lang="en-US" altLang="zh-CN" sz="1800" b="1">
                <a:latin typeface="CourierPS" pitchFamily="49" charset="0"/>
                <a:ea typeface="宋体" panose="02010600030101010101" pitchFamily="2" charset="-122"/>
              </a:rPr>
              <a:t>0011</a:t>
            </a:r>
          </a:p>
          <a:p>
            <a:pPr algn="r">
              <a:lnSpc>
                <a:spcPct val="82000"/>
              </a:lnSpc>
            </a:pPr>
            <a:r>
              <a:rPr lang="en-US" altLang="zh-CN" sz="1800" b="1">
                <a:latin typeface="CourierPS" pitchFamily="49" charset="0"/>
                <a:ea typeface="宋体" panose="02010600030101010101" pitchFamily="2" charset="-122"/>
              </a:rPr>
              <a:t>0100</a:t>
            </a:r>
          </a:p>
          <a:p>
            <a:pPr algn="r">
              <a:lnSpc>
                <a:spcPct val="82000"/>
              </a:lnSpc>
            </a:pPr>
            <a:r>
              <a:rPr lang="en-US" altLang="zh-CN" sz="1800" b="1">
                <a:latin typeface="CourierPS" pitchFamily="49" charset="0"/>
                <a:ea typeface="宋体" panose="02010600030101010101" pitchFamily="2" charset="-122"/>
              </a:rPr>
              <a:t>0101</a:t>
            </a:r>
          </a:p>
          <a:p>
            <a:pPr algn="r">
              <a:lnSpc>
                <a:spcPct val="82000"/>
              </a:lnSpc>
            </a:pPr>
            <a:r>
              <a:rPr lang="en-US" altLang="zh-CN" sz="1800" b="1">
                <a:latin typeface="CourierPS" pitchFamily="49" charset="0"/>
                <a:ea typeface="宋体" panose="02010600030101010101" pitchFamily="2" charset="-122"/>
              </a:rPr>
              <a:t>0110</a:t>
            </a:r>
          </a:p>
          <a:p>
            <a:pPr algn="r">
              <a:lnSpc>
                <a:spcPct val="82000"/>
              </a:lnSpc>
            </a:pPr>
            <a:endParaRPr lang="en-US" altLang="zh-CN" sz="1800" b="1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endParaRPr lang="en-US" altLang="zh-CN" sz="1800" b="1">
              <a:latin typeface="CourierPS" pitchFamily="49" charset="0"/>
              <a:ea typeface="宋体" panose="02010600030101010101" pitchFamily="2" charset="-122"/>
            </a:endParaRPr>
          </a:p>
          <a:p>
            <a:pPr algn="r">
              <a:lnSpc>
                <a:spcPct val="82000"/>
              </a:lnSpc>
            </a:pPr>
            <a:r>
              <a:rPr lang="en-US" altLang="zh-CN" sz="1800" b="1">
                <a:latin typeface="CourierPS" pitchFamily="49" charset="0"/>
                <a:ea typeface="宋体" panose="02010600030101010101" pitchFamily="2" charset="-122"/>
              </a:rPr>
              <a:t>1101</a:t>
            </a:r>
          </a:p>
          <a:p>
            <a:pPr algn="r">
              <a:lnSpc>
                <a:spcPct val="82000"/>
              </a:lnSpc>
            </a:pPr>
            <a:r>
              <a:rPr lang="en-US" altLang="zh-CN" sz="1800" b="1">
                <a:latin typeface="CourierPS" pitchFamily="49" charset="0"/>
                <a:ea typeface="宋体" panose="02010600030101010101" pitchFamily="2" charset="-122"/>
              </a:rPr>
              <a:t>1110</a:t>
            </a:r>
          </a:p>
          <a:p>
            <a:pPr algn="r">
              <a:lnSpc>
                <a:spcPct val="82000"/>
              </a:lnSpc>
            </a:pPr>
            <a:r>
              <a:rPr lang="en-US" altLang="zh-CN" sz="1800" b="1">
                <a:latin typeface="CourierPS" pitchFamily="49" charset="0"/>
                <a:ea typeface="宋体" panose="02010600030101010101" pitchFamily="2" charset="-122"/>
              </a:rPr>
              <a:t>1111</a:t>
            </a:r>
          </a:p>
        </p:txBody>
      </p:sp>
      <p:sp>
        <p:nvSpPr>
          <p:cNvPr id="10247" name="Text Box 18">
            <a:extLst>
              <a:ext uri="{FF2B5EF4-FFF2-40B4-BE49-F238E27FC236}">
                <a16:creationId xmlns:a16="http://schemas.microsoft.com/office/drawing/2014/main" id="{D4ED6AC0-4394-4CA0-8F0C-60740298E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75" y="2695575"/>
            <a:ext cx="1162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PS" pitchFamily="49" charset="0"/>
                <a:ea typeface="宋体" panose="02010600030101010101" pitchFamily="2" charset="-122"/>
              </a:rPr>
              <a:t>00101101</a:t>
            </a:r>
          </a:p>
        </p:txBody>
      </p:sp>
      <p:sp>
        <p:nvSpPr>
          <p:cNvPr id="10248" name="Text Box 19">
            <a:extLst>
              <a:ext uri="{FF2B5EF4-FFF2-40B4-BE49-F238E27FC236}">
                <a16:creationId xmlns:a16="http://schemas.microsoft.com/office/drawing/2014/main" id="{656ADFFE-DE0D-4C93-9480-223F7ADC5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7563" y="4067175"/>
            <a:ext cx="1162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>
                <a:latin typeface="CourierPS" pitchFamily="49" charset="0"/>
                <a:ea typeface="宋体" panose="02010600030101010101" pitchFamily="2" charset="-122"/>
              </a:rPr>
              <a:t>10100010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9BAE57BA-6C1A-42A2-83EC-76620924B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Interface to Memory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5CC6D0F-98B4-4528-9276-4AA9E75D1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r>
              <a:rPr lang="en-US" altLang="zh-CN" dirty="0">
                <a:ea typeface="宋体" panose="02010600030101010101" pitchFamily="2" charset="-122"/>
              </a:rPr>
              <a:t>How does processing unit get data to/from memory?</a:t>
            </a:r>
          </a:p>
          <a:p>
            <a:pPr marL="457200" indent="-457200"/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MAR</a:t>
            </a:r>
            <a:r>
              <a:rPr lang="en-US" altLang="zh-CN" dirty="0">
                <a:ea typeface="宋体" panose="02010600030101010101" pitchFamily="2" charset="-122"/>
              </a:rPr>
              <a:t>: Memory Address Register</a:t>
            </a:r>
          </a:p>
          <a:p>
            <a:pPr marL="457200" indent="-457200"/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MDR</a:t>
            </a:r>
            <a:r>
              <a:rPr lang="en-US" altLang="zh-CN" dirty="0">
                <a:ea typeface="宋体" panose="02010600030101010101" pitchFamily="2" charset="-122"/>
              </a:rPr>
              <a:t>: Memory Data Register</a:t>
            </a:r>
          </a:p>
          <a:p>
            <a:pPr marL="457200" indent="-457200"/>
            <a:endParaRPr lang="en-US" altLang="zh-CN" dirty="0">
              <a:ea typeface="宋体" panose="02010600030101010101" pitchFamily="2" charset="-122"/>
            </a:endParaRPr>
          </a:p>
          <a:p>
            <a:pPr marL="457200" indent="-457200"/>
            <a:r>
              <a:rPr lang="en-US" altLang="zh-CN" dirty="0">
                <a:ea typeface="宋体" panose="02010600030101010101" pitchFamily="2" charset="-122"/>
              </a:rPr>
              <a:t>To 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LOAD</a:t>
            </a:r>
            <a:r>
              <a:rPr lang="en-US" altLang="zh-CN" dirty="0">
                <a:ea typeface="宋体" panose="02010600030101010101" pitchFamily="2" charset="-122"/>
              </a:rPr>
              <a:t> a location (A):</a:t>
            </a:r>
          </a:p>
          <a:p>
            <a:pPr marL="722313" lvl="1" indent="-3810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Write the address (A) into the MAR.</a:t>
            </a:r>
          </a:p>
          <a:p>
            <a:pPr marL="722313" lvl="1" indent="-3810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Send a “read” signal to the memory.</a:t>
            </a:r>
          </a:p>
          <a:p>
            <a:pPr marL="722313" lvl="1" indent="-3810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Read the data from MDR.</a:t>
            </a:r>
          </a:p>
          <a:p>
            <a:pPr marL="457200" indent="-457200"/>
            <a:r>
              <a:rPr lang="en-US" altLang="zh-CN" dirty="0">
                <a:ea typeface="宋体" panose="02010600030101010101" pitchFamily="2" charset="-122"/>
              </a:rPr>
              <a:t>To 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STORE</a:t>
            </a:r>
            <a:r>
              <a:rPr lang="en-US" altLang="zh-CN" dirty="0">
                <a:ea typeface="宋体" panose="02010600030101010101" pitchFamily="2" charset="-122"/>
              </a:rPr>
              <a:t> a value (X) to a location (A):</a:t>
            </a:r>
          </a:p>
          <a:p>
            <a:pPr marL="722313" lvl="1" indent="-3810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Write the data (X) to the MDR.</a:t>
            </a:r>
          </a:p>
          <a:p>
            <a:pPr marL="722313" lvl="1" indent="-3810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Write the address (A) into the MAR.</a:t>
            </a:r>
          </a:p>
          <a:p>
            <a:pPr marL="722313" lvl="1" indent="-381000">
              <a:buFontTx/>
              <a:buAutoNum type="arabicPeriod"/>
            </a:pPr>
            <a:r>
              <a:rPr lang="en-US" altLang="zh-CN" dirty="0">
                <a:ea typeface="宋体" panose="02010600030101010101" pitchFamily="2" charset="-122"/>
              </a:rPr>
              <a:t>Send a “write” signal to the memory.</a:t>
            </a:r>
          </a:p>
        </p:txBody>
      </p:sp>
      <p:graphicFrame>
        <p:nvGraphicFramePr>
          <p:cNvPr id="11269" name="Object 6">
            <a:extLst>
              <a:ext uri="{FF2B5EF4-FFF2-40B4-BE49-F238E27FC236}">
                <a16:creationId xmlns:a16="http://schemas.microsoft.com/office/drawing/2014/main" id="{E51CAE0F-295E-4EA4-898F-1E53CBA00D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1676400"/>
          <a:ext cx="3463925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914400" imgH="914400" progId="CorelDRAW.Graphic.9">
                  <p:embed/>
                </p:oleObj>
              </mc:Choice>
              <mc:Fallback>
                <p:oleObj name="CorelDRAW" r:id="rId2" imgW="914400" imgH="914400" progId="CorelDRAW.Graphic.9">
                  <p:embed/>
                  <p:pic>
                    <p:nvPicPr>
                      <p:cNvPr id="11269" name="Object 6">
                        <a:extLst>
                          <a:ext uri="{FF2B5EF4-FFF2-40B4-BE49-F238E27FC236}">
                            <a16:creationId xmlns:a16="http://schemas.microsoft.com/office/drawing/2014/main" id="{E51CAE0F-295E-4EA4-898F-1E53CBA00D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676400"/>
                        <a:ext cx="3463925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A331470A-2E11-42C0-A837-2F2002259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Processing Unit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63A41EB-CC79-4FB9-A9F4-56B859CB1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534400" cy="5486400"/>
          </a:xfrm>
        </p:spPr>
        <p:txBody>
          <a:bodyPr/>
          <a:lstStyle/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Functional Units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ALU = Arithmetic and Logic Unit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could have many functional units.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some of them special-purpose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(multiply, square root, …)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LC-3 performs ADD, AND, NOT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Registers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Small, temporary storage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Operands and results of functional units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LC-3 has eight registers (R0, …, R7), each 16 bits wide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Word Size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number of bits normally processed by ALU in one instruction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also the width of registers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LC-3 is 16 bits</a:t>
            </a:r>
          </a:p>
        </p:txBody>
      </p:sp>
      <p:graphicFrame>
        <p:nvGraphicFramePr>
          <p:cNvPr id="12293" name="Object 4">
            <a:extLst>
              <a:ext uri="{FF2B5EF4-FFF2-40B4-BE49-F238E27FC236}">
                <a16:creationId xmlns:a16="http://schemas.microsoft.com/office/drawing/2014/main" id="{DBDF9A24-3FF3-4930-A5A0-4EC203EF6B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1905000"/>
          <a:ext cx="3473450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914400" imgH="914400" progId="CorelDRAW.Graphic.9">
                  <p:embed/>
                </p:oleObj>
              </mc:Choice>
              <mc:Fallback>
                <p:oleObj name="CorelDRAW" r:id="rId2" imgW="914400" imgH="914400" progId="CorelDRAW.Graphic.9">
                  <p:embed/>
                  <p:pic>
                    <p:nvPicPr>
                      <p:cNvPr id="12293" name="Object 4">
                        <a:extLst>
                          <a:ext uri="{FF2B5EF4-FFF2-40B4-BE49-F238E27FC236}">
                            <a16:creationId xmlns:a16="http://schemas.microsoft.com/office/drawing/2014/main" id="{DBDF9A24-3FF3-4930-A5A0-4EC203EF6B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905000"/>
                        <a:ext cx="3473450" cy="158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BA29FDEA-C3BC-4B7F-B523-A4264DF846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Input and Output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06808EE-595F-41C8-886D-267EFBB7C1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3058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Devices for getting data into and out of computer memory</a:t>
            </a: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Each device has its own interface,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usually a set of registers like the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memory’s MAR and MDR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ea typeface="宋体" panose="02010600030101010101" pitchFamily="2" charset="-122"/>
              </a:rPr>
              <a:t>LC-3 supports keyboard (input) and monitor (output)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keyboard: data register (KBDR) and status register (KBSR)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monitor: data register (DDR) and status register (DSR)</a:t>
            </a: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Some devices provide both input and output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disk, network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Program that controls access to a device is usually called a </a:t>
            </a:r>
            <a:r>
              <a:rPr lang="en-US" altLang="zh-CN" i="1" dirty="0">
                <a:ea typeface="宋体" panose="02010600030101010101" pitchFamily="2" charset="-122"/>
              </a:rPr>
              <a:t>driver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3317" name="Object 4">
            <a:extLst>
              <a:ext uri="{FF2B5EF4-FFF2-40B4-BE49-F238E27FC236}">
                <a16:creationId xmlns:a16="http://schemas.microsoft.com/office/drawing/2014/main" id="{6FAFD9B1-D06E-4EAE-8F91-F0055771C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1676400"/>
          <a:ext cx="1287463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914400" imgH="914400" progId="CorelDRAW.Graphic.9">
                  <p:embed/>
                </p:oleObj>
              </mc:Choice>
              <mc:Fallback>
                <p:oleObj name="CorelDRAW" r:id="rId3" imgW="914400" imgH="914400" progId="CorelDRAW.Graphic.9">
                  <p:embed/>
                  <p:pic>
                    <p:nvPicPr>
                      <p:cNvPr id="13317" name="Object 4">
                        <a:extLst>
                          <a:ext uri="{FF2B5EF4-FFF2-40B4-BE49-F238E27FC236}">
                            <a16:creationId xmlns:a16="http://schemas.microsoft.com/office/drawing/2014/main" id="{6FAFD9B1-D06E-4EAE-8F91-F0055771CA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676400"/>
                        <a:ext cx="1287463" cy="151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5">
            <a:extLst>
              <a:ext uri="{FF2B5EF4-FFF2-40B4-BE49-F238E27FC236}">
                <a16:creationId xmlns:a16="http://schemas.microsoft.com/office/drawing/2014/main" id="{434652BE-A421-4047-A9A9-1136F1E4DB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1676400"/>
          <a:ext cx="1287463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5" imgW="914400" imgH="914400" progId="CorelDRAW.Graphic.9">
                  <p:embed/>
                </p:oleObj>
              </mc:Choice>
              <mc:Fallback>
                <p:oleObj name="CorelDRAW" r:id="rId5" imgW="914400" imgH="914400" progId="CorelDRAW.Graphic.9">
                  <p:embed/>
                  <p:pic>
                    <p:nvPicPr>
                      <p:cNvPr id="13318" name="Object 5">
                        <a:extLst>
                          <a:ext uri="{FF2B5EF4-FFF2-40B4-BE49-F238E27FC236}">
                            <a16:creationId xmlns:a16="http://schemas.microsoft.com/office/drawing/2014/main" id="{434652BE-A421-4047-A9A9-1136F1E4DB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1676400"/>
                        <a:ext cx="1287463" cy="151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DDA71A5B-741E-4462-A503-7D0459B66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Control Unit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4DB80BE-FD66-4CD4-AD6D-91EB7A5E51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534400" cy="54864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Orchestrates execution of the program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sz="2000" dirty="0">
              <a:ea typeface="宋体" panose="02010600030101010101" pitchFamily="2" charset="-122"/>
            </a:endParaRPr>
          </a:p>
          <a:p>
            <a:endParaRPr lang="en-US" altLang="zh-CN" sz="2000" dirty="0">
              <a:ea typeface="宋体" panose="02010600030101010101" pitchFamily="2" charset="-122"/>
            </a:endParaRPr>
          </a:p>
          <a:p>
            <a:endParaRPr lang="en-US" altLang="zh-CN" dirty="0">
              <a:solidFill>
                <a:srgbClr val="CE0000"/>
              </a:solidFill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Instruction Register</a:t>
            </a:r>
            <a:r>
              <a:rPr lang="en-US" altLang="zh-CN" dirty="0">
                <a:ea typeface="宋体" panose="02010600030101010101" pitchFamily="2" charset="-122"/>
              </a:rPr>
              <a:t> (IR) contains the </a:t>
            </a:r>
            <a:r>
              <a:rPr lang="en-US" altLang="zh-CN" i="1" u="sng" dirty="0">
                <a:ea typeface="宋体" panose="02010600030101010101" pitchFamily="2" charset="-122"/>
              </a:rPr>
              <a:t>current instruction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Program Counter</a:t>
            </a:r>
            <a:r>
              <a:rPr lang="en-US" altLang="zh-CN" dirty="0">
                <a:ea typeface="宋体" panose="02010600030101010101" pitchFamily="2" charset="-122"/>
              </a:rPr>
              <a:t> (PC) contains the </a:t>
            </a:r>
            <a:r>
              <a:rPr lang="en-US" altLang="zh-CN" i="1" u="sng" dirty="0">
                <a:ea typeface="宋体" panose="02010600030101010101" pitchFamily="2" charset="-122"/>
              </a:rPr>
              <a:t>address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of the </a:t>
            </a:r>
            <a:r>
              <a:rPr lang="en-US" altLang="zh-CN" dirty="0">
                <a:solidFill>
                  <a:srgbClr val="00B050"/>
                </a:solidFill>
                <a:ea typeface="宋体" panose="02010600030101010101" pitchFamily="2" charset="-122"/>
              </a:rPr>
              <a:t>next instruction </a:t>
            </a:r>
            <a:r>
              <a:rPr lang="en-US" altLang="zh-CN" dirty="0">
                <a:ea typeface="宋体" panose="02010600030101010101" pitchFamily="2" charset="-122"/>
              </a:rPr>
              <a:t>to be executed.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Control unit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reads an instruction from memory </a:t>
            </a:r>
          </a:p>
          <a:p>
            <a:pPr lvl="2"/>
            <a:r>
              <a:rPr lang="en-US" altLang="zh-CN" sz="1800" dirty="0">
                <a:ea typeface="宋体" panose="02010600030101010101" pitchFamily="2" charset="-122"/>
              </a:rPr>
              <a:t>the instruction’s address is in the PC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interprets the instruction, generating signals that tell the other components what to do</a:t>
            </a:r>
          </a:p>
          <a:p>
            <a:pPr lvl="2"/>
            <a:r>
              <a:rPr lang="en-US" altLang="zh-CN" sz="1800" dirty="0">
                <a:ea typeface="宋体" panose="02010600030101010101" pitchFamily="2" charset="-122"/>
              </a:rPr>
              <a:t>an instruction may take many </a:t>
            </a:r>
            <a:r>
              <a:rPr lang="en-US" altLang="zh-CN" sz="1800" i="1" dirty="0">
                <a:ea typeface="宋体" panose="02010600030101010101" pitchFamily="2" charset="-122"/>
              </a:rPr>
              <a:t>machine cycles</a:t>
            </a:r>
            <a:r>
              <a:rPr lang="en-US" altLang="zh-CN" sz="1800" dirty="0">
                <a:ea typeface="宋体" panose="02010600030101010101" pitchFamily="2" charset="-122"/>
              </a:rPr>
              <a:t> to complete</a:t>
            </a:r>
          </a:p>
        </p:txBody>
      </p:sp>
      <p:graphicFrame>
        <p:nvGraphicFramePr>
          <p:cNvPr id="15365" name="Object 5">
            <a:extLst>
              <a:ext uri="{FF2B5EF4-FFF2-40B4-BE49-F238E27FC236}">
                <a16:creationId xmlns:a16="http://schemas.microsoft.com/office/drawing/2014/main" id="{12311A42-FDDA-4C73-8E5D-70B683D53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1752600"/>
          <a:ext cx="4689475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3914775" imgH="1057275" progId="CorelDRAW.Graphic.9">
                  <p:embed/>
                </p:oleObj>
              </mc:Choice>
              <mc:Fallback>
                <p:oleObj name="CorelDRAW" r:id="rId2" imgW="3914775" imgH="1057275" progId="CorelDRAW.Graphic.9">
                  <p:embed/>
                  <p:pic>
                    <p:nvPicPr>
                      <p:cNvPr id="15365" name="Object 5">
                        <a:extLst>
                          <a:ext uri="{FF2B5EF4-FFF2-40B4-BE49-F238E27FC236}">
                            <a16:creationId xmlns:a16="http://schemas.microsoft.com/office/drawing/2014/main" id="{12311A42-FDDA-4C73-8E5D-70B683D532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752600"/>
                        <a:ext cx="4689475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CB1A4E8B-3DEF-4301-B65A-7758985DEB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Instruction Processing</a:t>
            </a:r>
          </a:p>
        </p:txBody>
      </p:sp>
      <p:sp>
        <p:nvSpPr>
          <p:cNvPr id="16388" name="Text Box 5">
            <a:extLst>
              <a:ext uri="{FF2B5EF4-FFF2-40B4-BE49-F238E27FC236}">
                <a16:creationId xmlns:a16="http://schemas.microsoft.com/office/drawing/2014/main" id="{484DD021-4E64-4FFE-8F24-BE4FD71B8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24384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Decode instruction</a:t>
            </a:r>
          </a:p>
        </p:txBody>
      </p:sp>
      <p:sp>
        <p:nvSpPr>
          <p:cNvPr id="16389" name="Line 18">
            <a:extLst>
              <a:ext uri="{FF2B5EF4-FFF2-40B4-BE49-F238E27FC236}">
                <a16:creationId xmlns:a16="http://schemas.microsoft.com/office/drawing/2014/main" id="{9B9BD3B9-6668-4927-9894-2CF1C5118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057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0" name="Line 19">
            <a:extLst>
              <a:ext uri="{FF2B5EF4-FFF2-40B4-BE49-F238E27FC236}">
                <a16:creationId xmlns:a16="http://schemas.microsoft.com/office/drawing/2014/main" id="{7460C77C-13A9-4E7C-B6F7-0BCCE1D92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2895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1" name="Line 20">
            <a:extLst>
              <a:ext uri="{FF2B5EF4-FFF2-40B4-BE49-F238E27FC236}">
                <a16:creationId xmlns:a16="http://schemas.microsoft.com/office/drawing/2014/main" id="{4C4FFFED-12A4-4120-8316-CFE483014E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3733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2" name="Line 21">
            <a:extLst>
              <a:ext uri="{FF2B5EF4-FFF2-40B4-BE49-F238E27FC236}">
                <a16:creationId xmlns:a16="http://schemas.microsoft.com/office/drawing/2014/main" id="{780082F2-65DA-4BD7-8DA9-D4C00602B0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4572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3" name="Line 22">
            <a:extLst>
              <a:ext uri="{FF2B5EF4-FFF2-40B4-BE49-F238E27FC236}">
                <a16:creationId xmlns:a16="http://schemas.microsoft.com/office/drawing/2014/main" id="{DE7AC174-06E8-48BF-AC05-5CBF24881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5410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4" name="Text Box 6">
            <a:extLst>
              <a:ext uri="{FF2B5EF4-FFF2-40B4-BE49-F238E27FC236}">
                <a16:creationId xmlns:a16="http://schemas.microsoft.com/office/drawing/2014/main" id="{6F248514-B207-4EDC-BA49-1BAFD6983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32766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Evaluate address</a:t>
            </a:r>
          </a:p>
        </p:txBody>
      </p:sp>
      <p:sp>
        <p:nvSpPr>
          <p:cNvPr id="16395" name="Text Box 7">
            <a:extLst>
              <a:ext uri="{FF2B5EF4-FFF2-40B4-BE49-F238E27FC236}">
                <a16:creationId xmlns:a16="http://schemas.microsoft.com/office/drawing/2014/main" id="{F66F5DF0-FAC3-41EF-94BA-8E820EDB6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1148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Fetch operands from memory</a:t>
            </a:r>
          </a:p>
        </p:txBody>
      </p:sp>
      <p:sp>
        <p:nvSpPr>
          <p:cNvPr id="16396" name="Text Box 8">
            <a:extLst>
              <a:ext uri="{FF2B5EF4-FFF2-40B4-BE49-F238E27FC236}">
                <a16:creationId xmlns:a16="http://schemas.microsoft.com/office/drawing/2014/main" id="{950A64A7-0174-4197-91D5-444506A94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9530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Execute operation</a:t>
            </a:r>
          </a:p>
        </p:txBody>
      </p:sp>
      <p:sp>
        <p:nvSpPr>
          <p:cNvPr id="16397" name="Line 25">
            <a:extLst>
              <a:ext uri="{FF2B5EF4-FFF2-40B4-BE49-F238E27FC236}">
                <a16:creationId xmlns:a16="http://schemas.microsoft.com/office/drawing/2014/main" id="{1A092906-4388-43F1-BB69-7D7409F70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62484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8" name="Line 26">
            <a:extLst>
              <a:ext uri="{FF2B5EF4-FFF2-40B4-BE49-F238E27FC236}">
                <a16:creationId xmlns:a16="http://schemas.microsoft.com/office/drawing/2014/main" id="{55D3E0A9-8B06-4C3B-917B-D29EC9633C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85900" y="6553200"/>
            <a:ext cx="838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9" name="Line 27">
            <a:extLst>
              <a:ext uri="{FF2B5EF4-FFF2-40B4-BE49-F238E27FC236}">
                <a16:creationId xmlns:a16="http://schemas.microsoft.com/office/drawing/2014/main" id="{798C72D6-8FD0-4460-A2FA-B1D9C42A52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85900" y="12954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0" name="Line 28">
            <a:extLst>
              <a:ext uri="{FF2B5EF4-FFF2-40B4-BE49-F238E27FC236}">
                <a16:creationId xmlns:a16="http://schemas.microsoft.com/office/drawing/2014/main" id="{2674116E-5EF1-43B9-B2BE-F4742D5DF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5900" y="1295400"/>
            <a:ext cx="838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1" name="Line 29">
            <a:extLst>
              <a:ext uri="{FF2B5EF4-FFF2-40B4-BE49-F238E27FC236}">
                <a16:creationId xmlns:a16="http://schemas.microsoft.com/office/drawing/2014/main" id="{9A98164E-0CB9-4FA3-A8C6-4889B1CB3A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4100" y="12954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2" name="Text Box 9">
            <a:extLst>
              <a:ext uri="{FF2B5EF4-FFF2-40B4-BE49-F238E27FC236}">
                <a16:creationId xmlns:a16="http://schemas.microsoft.com/office/drawing/2014/main" id="{632441FE-9446-4F09-8FF0-10903E2D2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57912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Store result</a:t>
            </a:r>
          </a:p>
        </p:txBody>
      </p:sp>
      <p:sp>
        <p:nvSpPr>
          <p:cNvPr id="16403" name="Text Box 4">
            <a:extLst>
              <a:ext uri="{FF2B5EF4-FFF2-40B4-BE49-F238E27FC236}">
                <a16:creationId xmlns:a16="http://schemas.microsoft.com/office/drawing/2014/main" id="{1109359C-6877-4D05-A72D-1A30A1AAF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600200"/>
            <a:ext cx="4343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Fetch instruction from memory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16CBD85A-EB0E-47D8-ADB0-D50C21F5C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Instruction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F59BE1F-9CED-4ABC-AB99-600A75D1C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305800" cy="5334000"/>
          </a:xfrm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The instruction is the fundamental unit of work.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Specifies two things:</a:t>
            </a:r>
          </a:p>
          <a:p>
            <a:pPr lvl="1"/>
            <a:r>
              <a:rPr lang="en-US" altLang="zh-CN" sz="1800" i="1" u="sng" dirty="0">
                <a:ea typeface="宋体" panose="02010600030101010101" pitchFamily="2" charset="-122"/>
              </a:rPr>
              <a:t>opcode</a:t>
            </a:r>
            <a:r>
              <a:rPr lang="en-US" altLang="zh-CN" sz="1800" dirty="0">
                <a:ea typeface="宋体" panose="02010600030101010101" pitchFamily="2" charset="-122"/>
              </a:rPr>
              <a:t>: operation to be performed</a:t>
            </a:r>
          </a:p>
          <a:p>
            <a:pPr lvl="1"/>
            <a:r>
              <a:rPr lang="en-US" altLang="zh-CN" sz="1800" i="1" u="sng" dirty="0">
                <a:ea typeface="宋体" panose="02010600030101010101" pitchFamily="2" charset="-122"/>
              </a:rPr>
              <a:t>operands</a:t>
            </a:r>
            <a:r>
              <a:rPr lang="en-US" altLang="zh-CN" sz="1800" dirty="0">
                <a:ea typeface="宋体" panose="02010600030101010101" pitchFamily="2" charset="-122"/>
              </a:rPr>
              <a:t>: data/locations to be used for operation</a:t>
            </a:r>
          </a:p>
          <a:p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An instruction is encoded as a </a:t>
            </a:r>
            <a:r>
              <a:rPr lang="en-US" altLang="zh-CN" sz="2000" u="sng" dirty="0">
                <a:ea typeface="宋体" panose="02010600030101010101" pitchFamily="2" charset="-122"/>
              </a:rPr>
              <a:t>sequence of bits</a:t>
            </a:r>
            <a:r>
              <a:rPr lang="en-US" altLang="zh-CN" sz="2000" dirty="0">
                <a:ea typeface="宋体" panose="02010600030101010101" pitchFamily="2" charset="-122"/>
              </a:rPr>
              <a:t>.  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i="1" dirty="0">
                <a:ea typeface="宋体" panose="02010600030101010101" pitchFamily="2" charset="-122"/>
              </a:rPr>
              <a:t>(</a:t>
            </a:r>
            <a:r>
              <a:rPr lang="en-US" altLang="zh-CN" sz="2000" i="1" dirty="0">
                <a:solidFill>
                  <a:srgbClr val="00B050"/>
                </a:solidFill>
                <a:ea typeface="宋体" panose="02010600030101010101" pitchFamily="2" charset="-122"/>
              </a:rPr>
              <a:t>Just like data</a:t>
            </a:r>
            <a:r>
              <a:rPr lang="en-US" altLang="zh-CN" sz="2000" i="1" dirty="0">
                <a:ea typeface="宋体" panose="02010600030101010101" pitchFamily="2" charset="-122"/>
              </a:rPr>
              <a:t>!)</a:t>
            </a:r>
          </a:p>
          <a:p>
            <a:pPr lvl="1"/>
            <a:r>
              <a:rPr lang="en-US" altLang="zh-CN" b="0" dirty="0">
                <a:ea typeface="宋体" panose="02010600030101010101" pitchFamily="2" charset="-122"/>
              </a:rPr>
              <a:t>Often, but not always, instructions have a fixed length,</a:t>
            </a:r>
            <a:br>
              <a:rPr lang="en-US" altLang="zh-CN" b="0" dirty="0">
                <a:ea typeface="宋体" panose="02010600030101010101" pitchFamily="2" charset="-122"/>
              </a:rPr>
            </a:br>
            <a:r>
              <a:rPr lang="en-US" altLang="zh-CN" b="0" dirty="0">
                <a:ea typeface="宋体" panose="02010600030101010101" pitchFamily="2" charset="-122"/>
              </a:rPr>
              <a:t>such as 16 or 32 bits.</a:t>
            </a:r>
          </a:p>
          <a:p>
            <a:pPr lvl="1"/>
            <a:r>
              <a:rPr lang="en-US" altLang="zh-CN" b="0" dirty="0">
                <a:ea typeface="宋体" panose="02010600030101010101" pitchFamily="2" charset="-122"/>
              </a:rPr>
              <a:t>Control unit interprets instruction:</a:t>
            </a:r>
            <a:br>
              <a:rPr lang="en-US" altLang="zh-CN" b="0" dirty="0">
                <a:ea typeface="宋体" panose="02010600030101010101" pitchFamily="2" charset="-122"/>
              </a:rPr>
            </a:br>
            <a:r>
              <a:rPr lang="en-US" altLang="zh-CN" b="0" dirty="0">
                <a:ea typeface="宋体" panose="02010600030101010101" pitchFamily="2" charset="-122"/>
              </a:rPr>
              <a:t>generates sequence of control signals to carry out operation.</a:t>
            </a:r>
          </a:p>
          <a:p>
            <a:pPr lvl="1"/>
            <a:r>
              <a:rPr lang="en-US" altLang="zh-CN" b="0" dirty="0">
                <a:ea typeface="宋体" panose="02010600030101010101" pitchFamily="2" charset="-122"/>
              </a:rPr>
              <a:t>Operation is either executed completely, or not at all.</a:t>
            </a:r>
          </a:p>
          <a:p>
            <a:endParaRPr lang="en-US" altLang="zh-CN" sz="2000" b="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A computer’s instructions and their </a:t>
            </a:r>
            <a:r>
              <a:rPr lang="en-US" altLang="zh-CN" sz="2000">
                <a:ea typeface="宋体" panose="02010600030101010101" pitchFamily="2" charset="-122"/>
              </a:rPr>
              <a:t>formats are </a:t>
            </a:r>
            <a:r>
              <a:rPr lang="en-US" altLang="zh-CN" sz="2000" dirty="0">
                <a:ea typeface="宋体" panose="02010600030101010101" pitchFamily="2" charset="-122"/>
              </a:rPr>
              <a:t>known as its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b="0" i="1" dirty="0">
                <a:solidFill>
                  <a:srgbClr val="CE0000"/>
                </a:solidFill>
                <a:ea typeface="宋体" panose="02010600030101010101" pitchFamily="2" charset="-122"/>
              </a:rPr>
              <a:t>Instruction Set Architecture</a:t>
            </a:r>
            <a:r>
              <a:rPr lang="en-US" altLang="zh-CN" sz="2000" b="0" i="1" dirty="0">
                <a:ea typeface="宋体" panose="02010600030101010101" pitchFamily="2" charset="-122"/>
              </a:rPr>
              <a:t> (ISA)</a:t>
            </a:r>
            <a:r>
              <a:rPr lang="en-US" altLang="zh-CN" sz="2000" dirty="0"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294DD450-7B7C-49A4-8AA5-F4B458C021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Example: LC-3 ADD Instruction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9DC9E76-C4D0-4538-A3E5-5E480DFBC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LC-3 has 16-bit instructions.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Each instruction has a four-bit opcode, bits [15:12].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LC-3 has eight </a:t>
            </a:r>
            <a:r>
              <a:rPr lang="en-US" altLang="zh-CN" i="1" dirty="0">
                <a:ea typeface="宋体" panose="02010600030101010101" pitchFamily="2" charset="-122"/>
              </a:rPr>
              <a:t>registers</a:t>
            </a:r>
            <a:r>
              <a:rPr lang="en-US" altLang="zh-CN" dirty="0">
                <a:ea typeface="宋体" panose="02010600030101010101" pitchFamily="2" charset="-122"/>
              </a:rPr>
              <a:t> (R0-R7) for temporary storage.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Sources and destination of ADD are registers.</a:t>
            </a:r>
          </a:p>
        </p:txBody>
      </p:sp>
      <p:sp>
        <p:nvSpPr>
          <p:cNvPr id="19461" name="Text Box 16">
            <a:extLst>
              <a:ext uri="{FF2B5EF4-FFF2-40B4-BE49-F238E27FC236}">
                <a16:creationId xmlns:a16="http://schemas.microsoft.com/office/drawing/2014/main" id="{43BA6155-CE08-4F0D-A002-563B8BCCC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029200"/>
            <a:ext cx="6365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i="1">
                <a:ea typeface="宋体" panose="02010600030101010101" pitchFamily="2" charset="-122"/>
              </a:rPr>
              <a:t>“Add the contents of R2 to the contents of R6,</a:t>
            </a:r>
            <a:br>
              <a:rPr lang="en-US" altLang="zh-CN" i="1">
                <a:ea typeface="宋体" panose="02010600030101010101" pitchFamily="2" charset="-122"/>
              </a:rPr>
            </a:br>
            <a:r>
              <a:rPr lang="en-US" altLang="zh-CN" i="1">
                <a:ea typeface="宋体" panose="02010600030101010101" pitchFamily="2" charset="-122"/>
              </a:rPr>
              <a:t>and store the result in R6.”</a:t>
            </a:r>
          </a:p>
        </p:txBody>
      </p:sp>
      <p:pic>
        <p:nvPicPr>
          <p:cNvPr id="19462" name="Picture 20" descr="C:\Documents and Settings\Greg Byrd\My Documents\ece206\mh-slides\ch04\ch04-11.jpg">
            <a:extLst>
              <a:ext uri="{FF2B5EF4-FFF2-40B4-BE49-F238E27FC236}">
                <a16:creationId xmlns:a16="http://schemas.microsoft.com/office/drawing/2014/main" id="{05D5DE6F-694B-48E6-911D-EB518C8CC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71800"/>
            <a:ext cx="7315200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BA79EB73-81B7-44A1-AEDE-ED225C810A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Example: LC-3 LDR Instruction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8B4D878-816C-48C5-8C1F-571704B511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1700213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Load instruction -- reads data from memory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Base + offset mode: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add offset to base register -- result is memory address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load from memory address into destination register</a:t>
            </a:r>
          </a:p>
        </p:txBody>
      </p:sp>
      <p:sp>
        <p:nvSpPr>
          <p:cNvPr id="20485" name="Text Box 6">
            <a:extLst>
              <a:ext uri="{FF2B5EF4-FFF2-40B4-BE49-F238E27FC236}">
                <a16:creationId xmlns:a16="http://schemas.microsoft.com/office/drawing/2014/main" id="{8968CD6B-FA41-4D4F-A195-7FA2C9F73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029200"/>
            <a:ext cx="65865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i="1">
                <a:ea typeface="宋体" panose="02010600030101010101" pitchFamily="2" charset="-122"/>
              </a:rPr>
              <a:t>“Add the value 6 to the contents of R3 to form a</a:t>
            </a:r>
            <a:br>
              <a:rPr lang="en-US" altLang="zh-CN" i="1">
                <a:ea typeface="宋体" panose="02010600030101010101" pitchFamily="2" charset="-122"/>
              </a:rPr>
            </a:br>
            <a:r>
              <a:rPr lang="en-US" altLang="zh-CN" i="1">
                <a:ea typeface="宋体" panose="02010600030101010101" pitchFamily="2" charset="-122"/>
              </a:rPr>
              <a:t>memory address.  Load the contents of that </a:t>
            </a:r>
          </a:p>
          <a:p>
            <a:pPr algn="l"/>
            <a:r>
              <a:rPr lang="en-US" altLang="zh-CN" i="1">
                <a:ea typeface="宋体" panose="02010600030101010101" pitchFamily="2" charset="-122"/>
              </a:rPr>
              <a:t>memory location to R2.”</a:t>
            </a:r>
          </a:p>
        </p:txBody>
      </p:sp>
      <p:pic>
        <p:nvPicPr>
          <p:cNvPr id="20486" name="Picture 8" descr="C:\Documents and Settings\Greg Byrd\My Documents\ece206\mh-slides\ch04\ch04-12.jpg">
            <a:extLst>
              <a:ext uri="{FF2B5EF4-FFF2-40B4-BE49-F238E27FC236}">
                <a16:creationId xmlns:a16="http://schemas.microsoft.com/office/drawing/2014/main" id="{5E8A0806-5389-4F4A-8AB2-BFDA90C7D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71800"/>
            <a:ext cx="7315200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CA314C3C-D2D0-42B8-B002-A5F7BAC4A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Instruction Processing: FETCH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C10B95A9-5345-4DA4-890E-AD6630C00F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Load next instruction (at address stored in PC)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from memory into Instruction Register (IR).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Copy contents of PC into MAR.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Send “read” signal to memory.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Copy contents of MDR into IR.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Then increment PC, so that it points to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the next instruction in sequence.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PC becomes PC+1.</a:t>
            </a:r>
          </a:p>
        </p:txBody>
      </p:sp>
      <p:sp>
        <p:nvSpPr>
          <p:cNvPr id="21509" name="Line 5">
            <a:extLst>
              <a:ext uri="{FF2B5EF4-FFF2-40B4-BE49-F238E27FC236}">
                <a16:creationId xmlns:a16="http://schemas.microsoft.com/office/drawing/2014/main" id="{67D5D925-FBAC-4EED-8550-0015E954D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0" name="Line 6">
            <a:extLst>
              <a:ext uri="{FF2B5EF4-FFF2-40B4-BE49-F238E27FC236}">
                <a16:creationId xmlns:a16="http://schemas.microsoft.com/office/drawing/2014/main" id="{34F64902-4B76-4DF5-9AFB-4E03ECAB3AB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1" name="Line 7">
            <a:extLst>
              <a:ext uri="{FF2B5EF4-FFF2-40B4-BE49-F238E27FC236}">
                <a16:creationId xmlns:a16="http://schemas.microsoft.com/office/drawing/2014/main" id="{6CE7B66C-2E09-438C-A60D-AB31C0CA85D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2" name="Line 8">
            <a:extLst>
              <a:ext uri="{FF2B5EF4-FFF2-40B4-BE49-F238E27FC236}">
                <a16:creationId xmlns:a16="http://schemas.microsoft.com/office/drawing/2014/main" id="{57F87097-B5FF-4793-82B9-960E63C0AE7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3" name="Line 9">
            <a:extLst>
              <a:ext uri="{FF2B5EF4-FFF2-40B4-BE49-F238E27FC236}">
                <a16:creationId xmlns:a16="http://schemas.microsoft.com/office/drawing/2014/main" id="{DDC1F54E-FEEB-474B-BA9E-5125C0ECB29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4" name="Text Box 10">
            <a:extLst>
              <a:ext uri="{FF2B5EF4-FFF2-40B4-BE49-F238E27FC236}">
                <a16:creationId xmlns:a16="http://schemas.microsoft.com/office/drawing/2014/main" id="{047DC030-1F09-432C-B040-02D7444DE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</a:p>
        </p:txBody>
      </p:sp>
      <p:sp>
        <p:nvSpPr>
          <p:cNvPr id="21515" name="Text Box 11">
            <a:extLst>
              <a:ext uri="{FF2B5EF4-FFF2-40B4-BE49-F238E27FC236}">
                <a16:creationId xmlns:a16="http://schemas.microsoft.com/office/drawing/2014/main" id="{C9DB3E19-DA72-47EE-8C86-B0A852A2C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21516" name="Text Box 12">
            <a:extLst>
              <a:ext uri="{FF2B5EF4-FFF2-40B4-BE49-F238E27FC236}">
                <a16:creationId xmlns:a16="http://schemas.microsoft.com/office/drawing/2014/main" id="{FDCF6DDD-2877-4D75-8E60-117EB778F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21517" name="Line 13">
            <a:extLst>
              <a:ext uri="{FF2B5EF4-FFF2-40B4-BE49-F238E27FC236}">
                <a16:creationId xmlns:a16="http://schemas.microsoft.com/office/drawing/2014/main" id="{9C86F807-7186-4913-AE98-A6B4B66E4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8" name="Line 14">
            <a:extLst>
              <a:ext uri="{FF2B5EF4-FFF2-40B4-BE49-F238E27FC236}">
                <a16:creationId xmlns:a16="http://schemas.microsoft.com/office/drawing/2014/main" id="{E3356861-22D4-41D4-BDC3-30878E0CE3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9" name="Line 15">
            <a:extLst>
              <a:ext uri="{FF2B5EF4-FFF2-40B4-BE49-F238E27FC236}">
                <a16:creationId xmlns:a16="http://schemas.microsoft.com/office/drawing/2014/main" id="{12D2360E-0566-478B-86EC-71F346BCC3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0" name="Line 16">
            <a:extLst>
              <a:ext uri="{FF2B5EF4-FFF2-40B4-BE49-F238E27FC236}">
                <a16:creationId xmlns:a16="http://schemas.microsoft.com/office/drawing/2014/main" id="{647B1185-02B5-459F-8BAA-C481C793D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1" name="Line 17">
            <a:extLst>
              <a:ext uri="{FF2B5EF4-FFF2-40B4-BE49-F238E27FC236}">
                <a16:creationId xmlns:a16="http://schemas.microsoft.com/office/drawing/2014/main" id="{E447269F-9247-45D1-BA61-4741E07C7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2" name="Text Box 18">
            <a:extLst>
              <a:ext uri="{FF2B5EF4-FFF2-40B4-BE49-F238E27FC236}">
                <a16:creationId xmlns:a16="http://schemas.microsoft.com/office/drawing/2014/main" id="{8F534551-8265-4BA6-9C3D-7C91533F8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21523" name="Text Box 19">
            <a:extLst>
              <a:ext uri="{FF2B5EF4-FFF2-40B4-BE49-F238E27FC236}">
                <a16:creationId xmlns:a16="http://schemas.microsoft.com/office/drawing/2014/main" id="{F4BC0354-1FA2-4A16-926E-B3AA9B67D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21524" name="Text Box 4">
            <a:extLst>
              <a:ext uri="{FF2B5EF4-FFF2-40B4-BE49-F238E27FC236}">
                <a16:creationId xmlns:a16="http://schemas.microsoft.com/office/drawing/2014/main" id="{FA71C56B-6516-45F3-AD90-A7FC887BE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96DF5B96-6230-4EA9-A7CE-EEE71FB27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Instruction Processing: DECODE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F784457-01EC-4025-AB2E-42E74B91E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First identify the opcode.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In LC-3, this is always the first four bits of instruction.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4-to-16 decoder asserts a control line corresponding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to the desired opcode.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Depending on opcode, identify other operands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from the remaining bits.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Example: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for LDR, last six bits is offset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for ADD, last three bits is source operand #2</a:t>
            </a:r>
          </a:p>
        </p:txBody>
      </p:sp>
      <p:sp>
        <p:nvSpPr>
          <p:cNvPr id="22533" name="Line 5">
            <a:extLst>
              <a:ext uri="{FF2B5EF4-FFF2-40B4-BE49-F238E27FC236}">
                <a16:creationId xmlns:a16="http://schemas.microsoft.com/office/drawing/2014/main" id="{00FF5752-2913-468F-9927-AD65695F7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4" name="Line 6">
            <a:extLst>
              <a:ext uri="{FF2B5EF4-FFF2-40B4-BE49-F238E27FC236}">
                <a16:creationId xmlns:a16="http://schemas.microsoft.com/office/drawing/2014/main" id="{88DAA316-5910-4316-A504-C155D60A4BB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5" name="Line 7">
            <a:extLst>
              <a:ext uri="{FF2B5EF4-FFF2-40B4-BE49-F238E27FC236}">
                <a16:creationId xmlns:a16="http://schemas.microsoft.com/office/drawing/2014/main" id="{AAFB8DC2-B9DB-4831-8697-FEDFB4BA4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6" name="Line 8">
            <a:extLst>
              <a:ext uri="{FF2B5EF4-FFF2-40B4-BE49-F238E27FC236}">
                <a16:creationId xmlns:a16="http://schemas.microsoft.com/office/drawing/2014/main" id="{569132CB-D262-4DD5-88DE-52DA81FE8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7" name="Line 9">
            <a:extLst>
              <a:ext uri="{FF2B5EF4-FFF2-40B4-BE49-F238E27FC236}">
                <a16:creationId xmlns:a16="http://schemas.microsoft.com/office/drawing/2014/main" id="{062E94CA-125C-47A7-A73F-810BCC786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8" name="Text Box 10">
            <a:extLst>
              <a:ext uri="{FF2B5EF4-FFF2-40B4-BE49-F238E27FC236}">
                <a16:creationId xmlns:a16="http://schemas.microsoft.com/office/drawing/2014/main" id="{8706D8C1-5FBE-4353-8F08-E0F52A78F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</a:p>
        </p:txBody>
      </p:sp>
      <p:sp>
        <p:nvSpPr>
          <p:cNvPr id="22539" name="Text Box 11">
            <a:extLst>
              <a:ext uri="{FF2B5EF4-FFF2-40B4-BE49-F238E27FC236}">
                <a16:creationId xmlns:a16="http://schemas.microsoft.com/office/drawing/2014/main" id="{3F618DB1-CFB4-41EE-A677-0F6732698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22540" name="Text Box 12">
            <a:extLst>
              <a:ext uri="{FF2B5EF4-FFF2-40B4-BE49-F238E27FC236}">
                <a16:creationId xmlns:a16="http://schemas.microsoft.com/office/drawing/2014/main" id="{5E1B4D0C-B431-4094-BCBF-9EA35D5FF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22541" name="Line 13">
            <a:extLst>
              <a:ext uri="{FF2B5EF4-FFF2-40B4-BE49-F238E27FC236}">
                <a16:creationId xmlns:a16="http://schemas.microsoft.com/office/drawing/2014/main" id="{60F4AB6D-99AD-435A-9BA7-C49AAB99878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2" name="Line 14">
            <a:extLst>
              <a:ext uri="{FF2B5EF4-FFF2-40B4-BE49-F238E27FC236}">
                <a16:creationId xmlns:a16="http://schemas.microsoft.com/office/drawing/2014/main" id="{06AE10A0-3A9E-4D2C-8A81-B950F84272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Line 15">
            <a:extLst>
              <a:ext uri="{FF2B5EF4-FFF2-40B4-BE49-F238E27FC236}">
                <a16:creationId xmlns:a16="http://schemas.microsoft.com/office/drawing/2014/main" id="{E0F20B08-0659-44C9-81CD-E24DC1F1CA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Line 16">
            <a:extLst>
              <a:ext uri="{FF2B5EF4-FFF2-40B4-BE49-F238E27FC236}">
                <a16:creationId xmlns:a16="http://schemas.microsoft.com/office/drawing/2014/main" id="{2C3FAEB0-EB7A-4E6D-B041-9BABAB550B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5" name="Line 17">
            <a:extLst>
              <a:ext uri="{FF2B5EF4-FFF2-40B4-BE49-F238E27FC236}">
                <a16:creationId xmlns:a16="http://schemas.microsoft.com/office/drawing/2014/main" id="{64E1C4E1-50DD-430B-82A2-59A856FA7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Text Box 18">
            <a:extLst>
              <a:ext uri="{FF2B5EF4-FFF2-40B4-BE49-F238E27FC236}">
                <a16:creationId xmlns:a16="http://schemas.microsoft.com/office/drawing/2014/main" id="{515CE35D-4126-46D3-856C-CEC86D8F7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22547" name="Text Box 19">
            <a:extLst>
              <a:ext uri="{FF2B5EF4-FFF2-40B4-BE49-F238E27FC236}">
                <a16:creationId xmlns:a16="http://schemas.microsoft.com/office/drawing/2014/main" id="{DA0D8349-D6FF-4D96-9710-A964CE66B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22548" name="Text Box 20">
            <a:extLst>
              <a:ext uri="{FF2B5EF4-FFF2-40B4-BE49-F238E27FC236}">
                <a16:creationId xmlns:a16="http://schemas.microsoft.com/office/drawing/2014/main" id="{B04E490D-2096-475F-A021-1175AD363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A0B3485B-0823-4E55-92F5-145308E26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Instruction Processing: EVALUATE ADDRESS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34E5D970-1718-4E39-8FBA-FC96AC9F3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For instructions that require memory access,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compute address used for access.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Examples: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add offset to base register (as in LDR)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add offset to PC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add offset to zero</a:t>
            </a:r>
          </a:p>
        </p:txBody>
      </p:sp>
      <p:sp>
        <p:nvSpPr>
          <p:cNvPr id="23557" name="Line 5">
            <a:extLst>
              <a:ext uri="{FF2B5EF4-FFF2-40B4-BE49-F238E27FC236}">
                <a16:creationId xmlns:a16="http://schemas.microsoft.com/office/drawing/2014/main" id="{FA70F5D8-9D98-4EE9-8D25-84697B075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8" name="Line 6">
            <a:extLst>
              <a:ext uri="{FF2B5EF4-FFF2-40B4-BE49-F238E27FC236}">
                <a16:creationId xmlns:a16="http://schemas.microsoft.com/office/drawing/2014/main" id="{C483F225-9AED-43C4-AD09-BDF96965DF7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9" name="Line 7">
            <a:extLst>
              <a:ext uri="{FF2B5EF4-FFF2-40B4-BE49-F238E27FC236}">
                <a16:creationId xmlns:a16="http://schemas.microsoft.com/office/drawing/2014/main" id="{109CAC71-6965-4878-964F-F1AEB96BDC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Line 8">
            <a:extLst>
              <a:ext uri="{FF2B5EF4-FFF2-40B4-BE49-F238E27FC236}">
                <a16:creationId xmlns:a16="http://schemas.microsoft.com/office/drawing/2014/main" id="{EE58A496-C004-4AD6-9F25-82622B75A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1" name="Line 9">
            <a:extLst>
              <a:ext uri="{FF2B5EF4-FFF2-40B4-BE49-F238E27FC236}">
                <a16:creationId xmlns:a16="http://schemas.microsoft.com/office/drawing/2014/main" id="{CD7995B2-89CC-49CC-8C38-FFD727809E4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2" name="Text Box 10">
            <a:extLst>
              <a:ext uri="{FF2B5EF4-FFF2-40B4-BE49-F238E27FC236}">
                <a16:creationId xmlns:a16="http://schemas.microsoft.com/office/drawing/2014/main" id="{E256AAA8-A294-48A9-9047-20F70D788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EA</a:t>
            </a:r>
          </a:p>
        </p:txBody>
      </p:sp>
      <p:sp>
        <p:nvSpPr>
          <p:cNvPr id="23563" name="Text Box 11">
            <a:extLst>
              <a:ext uri="{FF2B5EF4-FFF2-40B4-BE49-F238E27FC236}">
                <a16:creationId xmlns:a16="http://schemas.microsoft.com/office/drawing/2014/main" id="{C22D0CD8-ADA0-4DA2-AE0D-02F8C0390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23564" name="Text Box 12">
            <a:extLst>
              <a:ext uri="{FF2B5EF4-FFF2-40B4-BE49-F238E27FC236}">
                <a16:creationId xmlns:a16="http://schemas.microsoft.com/office/drawing/2014/main" id="{92EF2A97-3D97-4426-945C-34FB9613F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23565" name="Line 13">
            <a:extLst>
              <a:ext uri="{FF2B5EF4-FFF2-40B4-BE49-F238E27FC236}">
                <a16:creationId xmlns:a16="http://schemas.microsoft.com/office/drawing/2014/main" id="{C7B1257A-FDC2-4D11-85EF-224FFDB0DAC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6" name="Line 14">
            <a:extLst>
              <a:ext uri="{FF2B5EF4-FFF2-40B4-BE49-F238E27FC236}">
                <a16:creationId xmlns:a16="http://schemas.microsoft.com/office/drawing/2014/main" id="{1034F346-38C5-4836-AF45-6960903138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7" name="Line 15">
            <a:extLst>
              <a:ext uri="{FF2B5EF4-FFF2-40B4-BE49-F238E27FC236}">
                <a16:creationId xmlns:a16="http://schemas.microsoft.com/office/drawing/2014/main" id="{1DC37142-D4C3-4247-9889-BD92F38AA6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8" name="Line 16">
            <a:extLst>
              <a:ext uri="{FF2B5EF4-FFF2-40B4-BE49-F238E27FC236}">
                <a16:creationId xmlns:a16="http://schemas.microsoft.com/office/drawing/2014/main" id="{BF8303D6-692C-40AC-A64F-9D54E30858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9" name="Line 17">
            <a:extLst>
              <a:ext uri="{FF2B5EF4-FFF2-40B4-BE49-F238E27FC236}">
                <a16:creationId xmlns:a16="http://schemas.microsoft.com/office/drawing/2014/main" id="{F2BF2688-2621-4970-BF71-4BD96E2C8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0" name="Text Box 18">
            <a:extLst>
              <a:ext uri="{FF2B5EF4-FFF2-40B4-BE49-F238E27FC236}">
                <a16:creationId xmlns:a16="http://schemas.microsoft.com/office/drawing/2014/main" id="{34E30D24-0A12-4C5C-89B3-4C5FC081A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23571" name="Text Box 19">
            <a:extLst>
              <a:ext uri="{FF2B5EF4-FFF2-40B4-BE49-F238E27FC236}">
                <a16:creationId xmlns:a16="http://schemas.microsoft.com/office/drawing/2014/main" id="{33BE7B14-3C0E-4ACB-9492-728E2E1FA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23572" name="Text Box 20">
            <a:extLst>
              <a:ext uri="{FF2B5EF4-FFF2-40B4-BE49-F238E27FC236}">
                <a16:creationId xmlns:a16="http://schemas.microsoft.com/office/drawing/2014/main" id="{4F978352-AC36-4543-94C6-CB28C41AF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92A9E049-294B-4D2D-9825-988EA580C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Instruction Processing: FETCH OPERANDS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2D9C07B-938A-45BA-878D-2C2493938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Obtain source operands needed to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perform operation.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Examples: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load data from memory (LDR)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read data from register file (ADD)</a:t>
            </a:r>
          </a:p>
        </p:txBody>
      </p:sp>
      <p:sp>
        <p:nvSpPr>
          <p:cNvPr id="24581" name="Line 5">
            <a:extLst>
              <a:ext uri="{FF2B5EF4-FFF2-40B4-BE49-F238E27FC236}">
                <a16:creationId xmlns:a16="http://schemas.microsoft.com/office/drawing/2014/main" id="{761842DC-7DC9-4861-9C1D-AE9DA81682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2" name="Line 6">
            <a:extLst>
              <a:ext uri="{FF2B5EF4-FFF2-40B4-BE49-F238E27FC236}">
                <a16:creationId xmlns:a16="http://schemas.microsoft.com/office/drawing/2014/main" id="{6FC46199-0319-431F-826A-F7B47D513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3" name="Line 7">
            <a:extLst>
              <a:ext uri="{FF2B5EF4-FFF2-40B4-BE49-F238E27FC236}">
                <a16:creationId xmlns:a16="http://schemas.microsoft.com/office/drawing/2014/main" id="{AFC3CDE2-99F1-4643-B355-D4D841FBF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4" name="Line 8">
            <a:extLst>
              <a:ext uri="{FF2B5EF4-FFF2-40B4-BE49-F238E27FC236}">
                <a16:creationId xmlns:a16="http://schemas.microsoft.com/office/drawing/2014/main" id="{48F4CE99-29A2-4836-94B5-6229CA90D41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5" name="Line 9">
            <a:extLst>
              <a:ext uri="{FF2B5EF4-FFF2-40B4-BE49-F238E27FC236}">
                <a16:creationId xmlns:a16="http://schemas.microsoft.com/office/drawing/2014/main" id="{BEB8B983-A096-4B2B-86A5-4A80C76BD4F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6" name="Text Box 10">
            <a:extLst>
              <a:ext uri="{FF2B5EF4-FFF2-40B4-BE49-F238E27FC236}">
                <a16:creationId xmlns:a16="http://schemas.microsoft.com/office/drawing/2014/main" id="{02F1434B-A80F-41BE-8CD8-833556EBA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</a:p>
        </p:txBody>
      </p:sp>
      <p:sp>
        <p:nvSpPr>
          <p:cNvPr id="24587" name="Text Box 11">
            <a:extLst>
              <a:ext uri="{FF2B5EF4-FFF2-40B4-BE49-F238E27FC236}">
                <a16:creationId xmlns:a16="http://schemas.microsoft.com/office/drawing/2014/main" id="{9EC5A0CF-6E89-420D-B8B4-22E0C3E95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24588" name="Text Box 12">
            <a:extLst>
              <a:ext uri="{FF2B5EF4-FFF2-40B4-BE49-F238E27FC236}">
                <a16:creationId xmlns:a16="http://schemas.microsoft.com/office/drawing/2014/main" id="{F4E164B3-FE7A-4DDE-9194-69487F0B0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24589" name="Line 13">
            <a:extLst>
              <a:ext uri="{FF2B5EF4-FFF2-40B4-BE49-F238E27FC236}">
                <a16:creationId xmlns:a16="http://schemas.microsoft.com/office/drawing/2014/main" id="{30B9B196-FCB6-4453-B18C-0875A0A1F2A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0" name="Line 14">
            <a:extLst>
              <a:ext uri="{FF2B5EF4-FFF2-40B4-BE49-F238E27FC236}">
                <a16:creationId xmlns:a16="http://schemas.microsoft.com/office/drawing/2014/main" id="{24BF38D3-6897-4037-B03D-3B47DFA72F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1" name="Line 15">
            <a:extLst>
              <a:ext uri="{FF2B5EF4-FFF2-40B4-BE49-F238E27FC236}">
                <a16:creationId xmlns:a16="http://schemas.microsoft.com/office/drawing/2014/main" id="{DA70395B-82B5-4CBF-BC3A-38187615E7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2" name="Line 16">
            <a:extLst>
              <a:ext uri="{FF2B5EF4-FFF2-40B4-BE49-F238E27FC236}">
                <a16:creationId xmlns:a16="http://schemas.microsoft.com/office/drawing/2014/main" id="{932A2D83-0D9A-462A-8DB3-348E826341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3" name="Line 17">
            <a:extLst>
              <a:ext uri="{FF2B5EF4-FFF2-40B4-BE49-F238E27FC236}">
                <a16:creationId xmlns:a16="http://schemas.microsoft.com/office/drawing/2014/main" id="{4E4DFD97-B249-4DBC-BCC3-D4865B84A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4" name="Text Box 18">
            <a:extLst>
              <a:ext uri="{FF2B5EF4-FFF2-40B4-BE49-F238E27FC236}">
                <a16:creationId xmlns:a16="http://schemas.microsoft.com/office/drawing/2014/main" id="{658D463A-698A-48B1-8505-2F046E037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24595" name="Text Box 19">
            <a:extLst>
              <a:ext uri="{FF2B5EF4-FFF2-40B4-BE49-F238E27FC236}">
                <a16:creationId xmlns:a16="http://schemas.microsoft.com/office/drawing/2014/main" id="{F55C91BF-20EE-4B7F-B886-97AAE568B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24596" name="Text Box 20">
            <a:extLst>
              <a:ext uri="{FF2B5EF4-FFF2-40B4-BE49-F238E27FC236}">
                <a16:creationId xmlns:a16="http://schemas.microsoft.com/office/drawing/2014/main" id="{79AB598B-D5A4-40E6-A7F2-674D83B53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6962FBD7-7388-4B9F-9482-091F2ED72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Instruction Processing: EXECUTE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DCCEDA0A-1A19-4FE1-9342-6F427F58ED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Perform the operation,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using the source operands.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Examples: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send operands to ALU and assert ADD signal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do nothing (e.g., for loads and stores)</a:t>
            </a:r>
          </a:p>
        </p:txBody>
      </p:sp>
      <p:sp>
        <p:nvSpPr>
          <p:cNvPr id="25605" name="Line 5">
            <a:extLst>
              <a:ext uri="{FF2B5EF4-FFF2-40B4-BE49-F238E27FC236}">
                <a16:creationId xmlns:a16="http://schemas.microsoft.com/office/drawing/2014/main" id="{228506E0-7F6A-462A-9D58-E8B2493596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6" name="Line 6">
            <a:extLst>
              <a:ext uri="{FF2B5EF4-FFF2-40B4-BE49-F238E27FC236}">
                <a16:creationId xmlns:a16="http://schemas.microsoft.com/office/drawing/2014/main" id="{4D2CC519-DDC8-423E-B41A-AC4075930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7" name="Line 7">
            <a:extLst>
              <a:ext uri="{FF2B5EF4-FFF2-40B4-BE49-F238E27FC236}">
                <a16:creationId xmlns:a16="http://schemas.microsoft.com/office/drawing/2014/main" id="{82947D7D-8086-4A0D-B924-628CF3C59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8" name="Line 8">
            <a:extLst>
              <a:ext uri="{FF2B5EF4-FFF2-40B4-BE49-F238E27FC236}">
                <a16:creationId xmlns:a16="http://schemas.microsoft.com/office/drawing/2014/main" id="{168EB6F2-3F77-43A6-9105-1E6AA09B6E3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9" name="Line 9">
            <a:extLst>
              <a:ext uri="{FF2B5EF4-FFF2-40B4-BE49-F238E27FC236}">
                <a16:creationId xmlns:a16="http://schemas.microsoft.com/office/drawing/2014/main" id="{E2448222-2F3C-4E6D-8E8A-1A2D40D54C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0" name="Text Box 10">
            <a:extLst>
              <a:ext uri="{FF2B5EF4-FFF2-40B4-BE49-F238E27FC236}">
                <a16:creationId xmlns:a16="http://schemas.microsoft.com/office/drawing/2014/main" id="{11B558B4-822C-4937-9D55-D7AC9FAF4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</a:p>
        </p:txBody>
      </p:sp>
      <p:sp>
        <p:nvSpPr>
          <p:cNvPr id="25611" name="Text Box 11">
            <a:extLst>
              <a:ext uri="{FF2B5EF4-FFF2-40B4-BE49-F238E27FC236}">
                <a16:creationId xmlns:a16="http://schemas.microsoft.com/office/drawing/2014/main" id="{2BB9B48A-79F7-4C93-A135-D5A101272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25612" name="Text Box 12">
            <a:extLst>
              <a:ext uri="{FF2B5EF4-FFF2-40B4-BE49-F238E27FC236}">
                <a16:creationId xmlns:a16="http://schemas.microsoft.com/office/drawing/2014/main" id="{AAFAE891-DFB2-4FCF-B1BF-D3CD03659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25613" name="Line 13">
            <a:extLst>
              <a:ext uri="{FF2B5EF4-FFF2-40B4-BE49-F238E27FC236}">
                <a16:creationId xmlns:a16="http://schemas.microsoft.com/office/drawing/2014/main" id="{F683AFCF-D13A-4205-87F3-357F2AC09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4" name="Line 14">
            <a:extLst>
              <a:ext uri="{FF2B5EF4-FFF2-40B4-BE49-F238E27FC236}">
                <a16:creationId xmlns:a16="http://schemas.microsoft.com/office/drawing/2014/main" id="{156BBAFA-5B9A-4CFE-8F82-1AFA36DBCE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5" name="Line 15">
            <a:extLst>
              <a:ext uri="{FF2B5EF4-FFF2-40B4-BE49-F238E27FC236}">
                <a16:creationId xmlns:a16="http://schemas.microsoft.com/office/drawing/2014/main" id="{D5EC30DE-1C9C-470C-802A-544A6D761F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6" name="Line 16">
            <a:extLst>
              <a:ext uri="{FF2B5EF4-FFF2-40B4-BE49-F238E27FC236}">
                <a16:creationId xmlns:a16="http://schemas.microsoft.com/office/drawing/2014/main" id="{349A849A-58EF-48F3-AA6E-97BD0CF65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7" name="Line 17">
            <a:extLst>
              <a:ext uri="{FF2B5EF4-FFF2-40B4-BE49-F238E27FC236}">
                <a16:creationId xmlns:a16="http://schemas.microsoft.com/office/drawing/2014/main" id="{98F242EE-3D9F-4408-A026-83AA42B6A8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8" name="Text Box 18">
            <a:extLst>
              <a:ext uri="{FF2B5EF4-FFF2-40B4-BE49-F238E27FC236}">
                <a16:creationId xmlns:a16="http://schemas.microsoft.com/office/drawing/2014/main" id="{71B1F26C-891A-48BD-95CF-6F435600C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25619" name="Text Box 19">
            <a:extLst>
              <a:ext uri="{FF2B5EF4-FFF2-40B4-BE49-F238E27FC236}">
                <a16:creationId xmlns:a16="http://schemas.microsoft.com/office/drawing/2014/main" id="{2DF9E825-EDE7-455E-909B-F41EA6AAF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25620" name="Text Box 20">
            <a:extLst>
              <a:ext uri="{FF2B5EF4-FFF2-40B4-BE49-F238E27FC236}">
                <a16:creationId xmlns:a16="http://schemas.microsoft.com/office/drawing/2014/main" id="{F193A22B-D1CB-437D-BC1E-3E0C399DA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33FA7C5F-E86E-4D77-B6C8-83FDAD57F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Instruction Processing: STORE RESULT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D44CF709-EE11-425D-81BD-53E13E81B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Write results to destination.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(register or memory)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Examples: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result of ADD is placed in destination register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result of memory load is placed in destination register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for store instruction, data is stored to memory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write address to MAR, data to MDR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assert WRITE signal to memory</a:t>
            </a:r>
          </a:p>
        </p:txBody>
      </p:sp>
      <p:sp>
        <p:nvSpPr>
          <p:cNvPr id="26629" name="Line 5">
            <a:extLst>
              <a:ext uri="{FF2B5EF4-FFF2-40B4-BE49-F238E27FC236}">
                <a16:creationId xmlns:a16="http://schemas.microsoft.com/office/drawing/2014/main" id="{FCA8DFB8-8A3C-47D5-B35C-02F4DE98AE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9050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0" name="Line 6">
            <a:extLst>
              <a:ext uri="{FF2B5EF4-FFF2-40B4-BE49-F238E27FC236}">
                <a16:creationId xmlns:a16="http://schemas.microsoft.com/office/drawing/2014/main" id="{FCEC10B0-EB18-4D8B-BB18-0B42C44374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1013" y="27432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1" name="Line 7">
            <a:extLst>
              <a:ext uri="{FF2B5EF4-FFF2-40B4-BE49-F238E27FC236}">
                <a16:creationId xmlns:a16="http://schemas.microsoft.com/office/drawing/2014/main" id="{2AA4A41A-252C-43EA-A5A4-113BF3354F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5814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2" name="Line 8">
            <a:extLst>
              <a:ext uri="{FF2B5EF4-FFF2-40B4-BE49-F238E27FC236}">
                <a16:creationId xmlns:a16="http://schemas.microsoft.com/office/drawing/2014/main" id="{7EC1DCA0-22E8-48A6-AF83-33D799FFCDE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6563" y="44196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3" name="Line 9">
            <a:extLst>
              <a:ext uri="{FF2B5EF4-FFF2-40B4-BE49-F238E27FC236}">
                <a16:creationId xmlns:a16="http://schemas.microsoft.com/office/drawing/2014/main" id="{A52B9750-9117-414E-9D9A-395BE9188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0850" y="5257800"/>
            <a:ext cx="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4" name="Text Box 10">
            <a:extLst>
              <a:ext uri="{FF2B5EF4-FFF2-40B4-BE49-F238E27FC236}">
                <a16:creationId xmlns:a16="http://schemas.microsoft.com/office/drawing/2014/main" id="{CCD3B278-BDD0-4C33-B295-488322B0D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1242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EA</a:t>
            </a:r>
          </a:p>
        </p:txBody>
      </p:sp>
      <p:sp>
        <p:nvSpPr>
          <p:cNvPr id="26635" name="Text Box 11">
            <a:extLst>
              <a:ext uri="{FF2B5EF4-FFF2-40B4-BE49-F238E27FC236}">
                <a16:creationId xmlns:a16="http://schemas.microsoft.com/office/drawing/2014/main" id="{B9EA1517-6C67-4E98-BF31-A3F4355C7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9624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OP</a:t>
            </a:r>
          </a:p>
        </p:txBody>
      </p:sp>
      <p:sp>
        <p:nvSpPr>
          <p:cNvPr id="26636" name="Text Box 12">
            <a:extLst>
              <a:ext uri="{FF2B5EF4-FFF2-40B4-BE49-F238E27FC236}">
                <a16:creationId xmlns:a16="http://schemas.microsoft.com/office/drawing/2014/main" id="{15729E9D-4DBD-464C-9F14-B559D5055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006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26637" name="Line 13">
            <a:extLst>
              <a:ext uri="{FF2B5EF4-FFF2-40B4-BE49-F238E27FC236}">
                <a16:creationId xmlns:a16="http://schemas.microsoft.com/office/drawing/2014/main" id="{E74DDBD2-2F5B-49DD-9D7D-317462283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6096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8" name="Line 14">
            <a:extLst>
              <a:ext uri="{FF2B5EF4-FFF2-40B4-BE49-F238E27FC236}">
                <a16:creationId xmlns:a16="http://schemas.microsoft.com/office/drawing/2014/main" id="{BC6E771E-DB28-4192-B17E-72DC4DE942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64008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9" name="Line 15">
            <a:extLst>
              <a:ext uri="{FF2B5EF4-FFF2-40B4-BE49-F238E27FC236}">
                <a16:creationId xmlns:a16="http://schemas.microsoft.com/office/drawing/2014/main" id="{E748F312-9C50-4667-A051-C0EB851318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1143000"/>
            <a:ext cx="0" cy="5257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0" name="Line 16">
            <a:extLst>
              <a:ext uri="{FF2B5EF4-FFF2-40B4-BE49-F238E27FC236}">
                <a16:creationId xmlns:a16="http://schemas.microsoft.com/office/drawing/2014/main" id="{14BB10A3-D2C4-4525-BB3B-F5D5A90D03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1143000"/>
            <a:ext cx="5334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1" name="Line 17">
            <a:extLst>
              <a:ext uri="{FF2B5EF4-FFF2-40B4-BE49-F238E27FC236}">
                <a16:creationId xmlns:a16="http://schemas.microsoft.com/office/drawing/2014/main" id="{4B4617C8-1D80-4AD2-A3AC-404B74C95F0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143000"/>
            <a:ext cx="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2" name="Text Box 18">
            <a:extLst>
              <a:ext uri="{FF2B5EF4-FFF2-40B4-BE49-F238E27FC236}">
                <a16:creationId xmlns:a16="http://schemas.microsoft.com/office/drawing/2014/main" id="{2C71BBE9-40B0-48F9-97AC-3DFBFE969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638800"/>
            <a:ext cx="685800" cy="466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26643" name="Text Box 19">
            <a:extLst>
              <a:ext uri="{FF2B5EF4-FFF2-40B4-BE49-F238E27FC236}">
                <a16:creationId xmlns:a16="http://schemas.microsoft.com/office/drawing/2014/main" id="{1D6471BE-2554-4ACE-A271-3EFBFEA52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4478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26644" name="Text Box 20">
            <a:extLst>
              <a:ext uri="{FF2B5EF4-FFF2-40B4-BE49-F238E27FC236}">
                <a16:creationId xmlns:a16="http://schemas.microsoft.com/office/drawing/2014/main" id="{3342110D-3585-49D1-991F-E737F5B11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286000"/>
            <a:ext cx="685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26066A13-2A53-4CB7-B572-D227598E6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Changing the Sequence of Instructions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F2902DB7-6E23-4DC3-A10D-282EA60FA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5344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 the FETCH phase,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we increment the Program Counter by 1.</a:t>
            </a: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What if we don’t want to always execute the instruction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that follows this one?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examples: loop, if-then, function call</a:t>
            </a:r>
          </a:p>
          <a:p>
            <a:pPr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Need special instructions that change the contents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of the PC.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These are called </a:t>
            </a:r>
            <a:r>
              <a:rPr lang="en-US" altLang="zh-CN" i="1" dirty="0">
                <a:solidFill>
                  <a:srgbClr val="CE0000"/>
                </a:solidFill>
                <a:ea typeface="宋体" panose="02010600030101010101" pitchFamily="2" charset="-122"/>
              </a:rPr>
              <a:t>control instructions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jumps</a:t>
            </a:r>
            <a:r>
              <a:rPr lang="en-US" altLang="zh-CN" dirty="0">
                <a:ea typeface="宋体" panose="02010600030101010101" pitchFamily="2" charset="-122"/>
              </a:rPr>
              <a:t> are unconditional -- they always change the PC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branches</a:t>
            </a:r>
            <a:r>
              <a:rPr lang="en-US" altLang="zh-CN" dirty="0">
                <a:ea typeface="宋体" panose="02010600030101010101" pitchFamily="2" charset="-122"/>
              </a:rPr>
              <a:t> are conditional -- they change the PC only if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some condition is true (e.g., the result of an ADD is zero)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3272196E-8195-4F53-9C74-8683A3BD4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Example: LC-3 JMP Instruction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28837A2-B974-4072-95B2-AD7747537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Set the PC to the value contained in a register.  This becomes the address of the next instruction to fetch.</a:t>
            </a:r>
          </a:p>
        </p:txBody>
      </p:sp>
      <p:sp>
        <p:nvSpPr>
          <p:cNvPr id="28677" name="Text Box 6">
            <a:extLst>
              <a:ext uri="{FF2B5EF4-FFF2-40B4-BE49-F238E27FC236}">
                <a16:creationId xmlns:a16="http://schemas.microsoft.com/office/drawing/2014/main" id="{C2641E8D-B0B2-4F80-B824-075A642C2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876800"/>
            <a:ext cx="5300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zh-CN" i="1" dirty="0">
                <a:ea typeface="宋体" panose="02010600030101010101" pitchFamily="2" charset="-122"/>
              </a:rPr>
              <a:t>“Load the contents of R3 into the PC.”</a:t>
            </a:r>
          </a:p>
        </p:txBody>
      </p:sp>
      <p:pic>
        <p:nvPicPr>
          <p:cNvPr id="28678" name="Picture 9" descr="C:\Documents and Settings\gbyrd\My Documents\ece206\mh-slides\ch04\ch04-20-lc3.jpg">
            <a:extLst>
              <a:ext uri="{FF2B5EF4-FFF2-40B4-BE49-F238E27FC236}">
                <a16:creationId xmlns:a16="http://schemas.microsoft.com/office/drawing/2014/main" id="{48757682-D9B1-4391-913B-7E6D2C94D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38400"/>
            <a:ext cx="7313613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B61335E2-31B3-47E5-960C-7C9E010EF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Instruction Processing Summary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25E091B1-0E69-4CF7-B804-F13A975EBA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Instructions look just like data -- it’s all interpretation.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Three basic kinds of instructions: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computational instructions (ADD, AND, …)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data movement instructions (LD, ST, …)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control instructions (JMP, </a:t>
            </a:r>
            <a:r>
              <a:rPr lang="en-US" altLang="zh-CN" dirty="0" err="1">
                <a:ea typeface="宋体" panose="02010600030101010101" pitchFamily="2" charset="-122"/>
              </a:rPr>
              <a:t>BRnz</a:t>
            </a:r>
            <a:r>
              <a:rPr lang="en-US" altLang="zh-CN" dirty="0">
                <a:ea typeface="宋体" panose="02010600030101010101" pitchFamily="2" charset="-122"/>
              </a:rPr>
              <a:t>, …)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Six basic phases of instruction processing: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	</a:t>
            </a:r>
            <a:r>
              <a:rPr lang="en-US" altLang="zh-CN" sz="3200" b="0" dirty="0">
                <a:solidFill>
                  <a:schemeClr val="accent2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3200" b="0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D  EA  OP  EX  S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not all phases are needed by every instruction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phases may take variable number of machine cycles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700323CE-1D0E-402E-91F7-322EEC5B2B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Control Unit State Diagram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87741494-18AD-49B0-A10F-C4BFA0697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control unit is a state machine.  Here is part of a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simplified state diagram for the LC-3:</a:t>
            </a:r>
          </a:p>
        </p:txBody>
      </p:sp>
      <p:pic>
        <p:nvPicPr>
          <p:cNvPr id="31749" name="Picture 4" descr="C:\Documents and Settings\gbyrd\My Documents\ece206\mh-slides\ch04\ch04-22-lc3.jpg">
            <a:extLst>
              <a:ext uri="{FF2B5EF4-FFF2-40B4-BE49-F238E27FC236}">
                <a16:creationId xmlns:a16="http://schemas.microsoft.com/office/drawing/2014/main" id="{3DC866D3-236B-462C-817A-88BB149F2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33600"/>
            <a:ext cx="6958013" cy="431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Text Box 5">
            <a:extLst>
              <a:ext uri="{FF2B5EF4-FFF2-40B4-BE49-F238E27FC236}">
                <a16:creationId xmlns:a16="http://schemas.microsoft.com/office/drawing/2014/main" id="{5B3CA4B2-8C86-4613-BA92-1F5CFC42C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943600"/>
            <a:ext cx="45894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A more complete state diagram is in Appendix C.</a:t>
            </a:r>
          </a:p>
          <a:p>
            <a:r>
              <a:rPr lang="en-US" altLang="zh-CN" sz="1600">
                <a:ea typeface="宋体" panose="02010600030101010101" pitchFamily="2" charset="-122"/>
              </a:rPr>
              <a:t>It will be more understandable after Chapter 5.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050">
            <a:extLst>
              <a:ext uri="{FF2B5EF4-FFF2-40B4-BE49-F238E27FC236}">
                <a16:creationId xmlns:a16="http://schemas.microsoft.com/office/drawing/2014/main" id="{4759CB93-58CE-4554-9BC3-2B6F68635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Stopping the Clock</a:t>
            </a:r>
          </a:p>
        </p:txBody>
      </p:sp>
      <p:sp>
        <p:nvSpPr>
          <p:cNvPr id="32772" name="Rectangle 2051">
            <a:extLst>
              <a:ext uri="{FF2B5EF4-FFF2-40B4-BE49-F238E27FC236}">
                <a16:creationId xmlns:a16="http://schemas.microsoft.com/office/drawing/2014/main" id="{DEE6BC0A-6636-4333-8DBD-E960E20B0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915400" cy="51054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Control unit will repeat instruction processing sequence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as long as clock is running.</a:t>
            </a:r>
          </a:p>
          <a:p>
            <a:pPr lvl="1"/>
            <a:r>
              <a:rPr lang="en-US" altLang="zh-CN" b="0" dirty="0">
                <a:ea typeface="宋体" panose="02010600030101010101" pitchFamily="2" charset="-122"/>
              </a:rPr>
              <a:t>If not processing instructions from your application,</a:t>
            </a:r>
            <a:br>
              <a:rPr lang="en-US" altLang="zh-CN" b="0" dirty="0">
                <a:ea typeface="宋体" panose="02010600030101010101" pitchFamily="2" charset="-122"/>
              </a:rPr>
            </a:br>
            <a:r>
              <a:rPr lang="en-US" altLang="zh-CN" b="0" dirty="0">
                <a:ea typeface="宋体" panose="02010600030101010101" pitchFamily="2" charset="-122"/>
              </a:rPr>
              <a:t>then it is processing instructions from the Operating System (OS).</a:t>
            </a:r>
          </a:p>
          <a:p>
            <a:pPr lvl="1"/>
            <a:r>
              <a:rPr lang="en-US" altLang="zh-CN" b="0" dirty="0">
                <a:ea typeface="宋体" panose="02010600030101010101" pitchFamily="2" charset="-122"/>
              </a:rPr>
              <a:t>The OS is a special program that manages processor</a:t>
            </a:r>
            <a:br>
              <a:rPr lang="en-US" altLang="zh-CN" b="0" dirty="0">
                <a:ea typeface="宋体" panose="02010600030101010101" pitchFamily="2" charset="-122"/>
              </a:rPr>
            </a:br>
            <a:r>
              <a:rPr lang="en-US" altLang="zh-CN" b="0" dirty="0">
                <a:ea typeface="宋体" panose="02010600030101010101" pitchFamily="2" charset="-122"/>
              </a:rPr>
              <a:t>and other resources.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To stop the computer:</a:t>
            </a:r>
          </a:p>
          <a:p>
            <a:pPr lvl="1"/>
            <a:r>
              <a:rPr lang="en-US" altLang="zh-CN" b="0" dirty="0">
                <a:ea typeface="宋体" panose="02010600030101010101" pitchFamily="2" charset="-122"/>
              </a:rPr>
              <a:t>AND the clock generator signal with ZERO</a:t>
            </a:r>
          </a:p>
          <a:p>
            <a:pPr lvl="1"/>
            <a:r>
              <a:rPr lang="en-US" altLang="zh-CN" b="0" dirty="0">
                <a:ea typeface="宋体" panose="02010600030101010101" pitchFamily="2" charset="-122"/>
              </a:rPr>
              <a:t>When control unit stops seeing the CLOCK signal, it stops processing.</a:t>
            </a:r>
          </a:p>
        </p:txBody>
      </p:sp>
      <p:pic>
        <p:nvPicPr>
          <p:cNvPr id="32773" name="Picture 2056" descr="C:\Documents and Settings\Greg Byrd\My Documents\ece206\mh-slides\ch04\ch04-24.jpg">
            <a:extLst>
              <a:ext uri="{FF2B5EF4-FFF2-40B4-BE49-F238E27FC236}">
                <a16:creationId xmlns:a16="http://schemas.microsoft.com/office/drawing/2014/main" id="{D3ABB434-A747-4555-88AD-A958C3222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648200"/>
            <a:ext cx="48768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49641-31B9-48BD-B5DC-BE8C00AB7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88" y="152400"/>
            <a:ext cx="6464431" cy="984885"/>
          </a:xfrm>
        </p:spPr>
        <p:txBody>
          <a:bodyPr/>
          <a:lstStyle/>
          <a:p>
            <a:r>
              <a:rPr lang="en-US" altLang="zh-CN" dirty="0"/>
              <a:t>Summary: </a:t>
            </a:r>
            <a:r>
              <a:rPr lang="en-GB" altLang="zh-CN" dirty="0"/>
              <a:t>Von Neumann Model</a:t>
            </a:r>
            <a:br>
              <a:rPr lang="en-GB" altLang="zh-CN" sz="2400" dirty="0"/>
            </a:br>
            <a:endParaRPr lang="zh-CN" altLang="en-US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080383"/>
              </p:ext>
            </p:extLst>
          </p:nvPr>
        </p:nvGraphicFramePr>
        <p:xfrm>
          <a:off x="1222029" y="1319805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5743575" imgH="4029075" progId="CorelDRAW.Graphic.9">
                  <p:embed/>
                </p:oleObj>
              </mc:Choice>
              <mc:Fallback>
                <p:oleObj name="CorelDRAW" r:id="rId2" imgW="5743575" imgH="4029075" progId="CorelDRAW.Graphic.9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029" y="1319805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069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49641-31B9-48BD-B5DC-BE8C00AB7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88" y="152400"/>
            <a:ext cx="6464431" cy="492443"/>
          </a:xfrm>
        </p:spPr>
        <p:txBody>
          <a:bodyPr/>
          <a:lstStyle/>
          <a:p>
            <a:r>
              <a:rPr lang="en-US" altLang="zh-CN" dirty="0"/>
              <a:t>Summary: Instruction Processing 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28600" y="1143000"/>
            <a:ext cx="8686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49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2222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6838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6088" indent="-176213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Instructions look just like data -- it’s all interpretation.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Three basic kinds of instructions:</a:t>
            </a:r>
          </a:p>
          <a:p>
            <a:pPr lvl="1"/>
            <a:r>
              <a:rPr lang="en-US" altLang="zh-CN" dirty="0">
                <a:latin typeface="Courier"/>
              </a:rPr>
              <a:t>computational instructions (ADD, AND, …)</a:t>
            </a:r>
          </a:p>
          <a:p>
            <a:pPr lvl="1"/>
            <a:r>
              <a:rPr lang="en-US" altLang="zh-CN" dirty="0">
                <a:latin typeface="Courier"/>
              </a:rPr>
              <a:t>data movement instructions (LD, ST, …)</a:t>
            </a:r>
          </a:p>
          <a:p>
            <a:pPr lvl="1"/>
            <a:r>
              <a:rPr lang="en-US" altLang="zh-CN" dirty="0">
                <a:latin typeface="Courier"/>
              </a:rPr>
              <a:t>control instructions (JMP, </a:t>
            </a:r>
            <a:r>
              <a:rPr lang="en-US" altLang="zh-CN" dirty="0" err="1">
                <a:latin typeface="Courier"/>
              </a:rPr>
              <a:t>BRnz</a:t>
            </a:r>
            <a:r>
              <a:rPr lang="en-US" altLang="zh-CN" dirty="0">
                <a:latin typeface="Courier"/>
              </a:rPr>
              <a:t>, …)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Six basic phases of instruction processing:</a:t>
            </a:r>
          </a:p>
          <a:p>
            <a:pPr lvl="1"/>
            <a:r>
              <a:rPr lang="en-US" altLang="zh-CN" dirty="0">
                <a:latin typeface="Courier"/>
                <a:sym typeface="Symbol" panose="05050102010706020507" pitchFamily="18" charset="2"/>
              </a:rPr>
              <a:t>not all phases are needed by every instruction</a:t>
            </a:r>
          </a:p>
          <a:p>
            <a:pPr lvl="1"/>
            <a:r>
              <a:rPr lang="en-US" altLang="zh-CN" dirty="0">
                <a:latin typeface="Courier"/>
                <a:sym typeface="Symbol" panose="05050102010706020507" pitchFamily="18" charset="2"/>
              </a:rPr>
              <a:t>phases may take variable number of machine cycles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CFD4154-6D7B-4B4A-A2B1-0C5738BBBCCE}"/>
              </a:ext>
            </a:extLst>
          </p:cNvPr>
          <p:cNvGrpSpPr/>
          <p:nvPr/>
        </p:nvGrpSpPr>
        <p:grpSpPr>
          <a:xfrm rot="16200000">
            <a:off x="4382095" y="2682801"/>
            <a:ext cx="569421" cy="4942139"/>
            <a:chOff x="7543800" y="1143000"/>
            <a:chExt cx="813273" cy="5257800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90DAF253-2C3F-43BA-BD40-64EA1CE0D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E8AB52D9-E04F-4880-A7FA-01E01A32C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EB724BEF-1C1A-403B-9D55-969BB7AD3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CB6ABDD2-EA0B-4D99-BB09-332D1DE32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8EE98FA0-50EB-4FD5-A58C-F4BD58632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82754746-4B6E-45EE-92DC-BB3163E42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758E50E4-A9A1-42E8-8BF7-95702EAF7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82CF132B-8E4D-48A9-AE77-2B965F47B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ADCBB24D-048A-4AAB-B803-87520E2AA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B8FCD934-6AAA-464B-808C-7841F6BB41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F7D28C8E-E530-4F53-84E6-7B60F7349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2D119C75-ECAF-442E-85B7-46121D581B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639C82AD-FD94-48ED-A719-95ECC1DCD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Text Box 18">
              <a:extLst>
                <a:ext uri="{FF2B5EF4-FFF2-40B4-BE49-F238E27FC236}">
                  <a16:creationId xmlns:a16="http://schemas.microsoft.com/office/drawing/2014/main" id="{F7E5B7A5-7DC8-487B-96D0-F84EF2830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A0C08322-13E1-47AC-BB64-ECD26301B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22" name="Text Box 4">
              <a:extLst>
                <a:ext uri="{FF2B5EF4-FFF2-40B4-BE49-F238E27FC236}">
                  <a16:creationId xmlns:a16="http://schemas.microsoft.com/office/drawing/2014/main" id="{E863BE7F-B94A-40CC-AD35-5D1A12DA7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4FC40-3CAE-457E-B8E9-40EF3DD4E16F}" type="slidenum">
              <a:rPr lang="en-US" altLang="zh-CN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1031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2"/>
          <p:cNvSpPr txBox="1"/>
          <p:nvPr/>
        </p:nvSpPr>
        <p:spPr>
          <a:xfrm>
            <a:off x="4797425" y="3175000"/>
            <a:ext cx="4038600" cy="998538"/>
          </a:xfrm>
          <a:prstGeom prst="rect">
            <a:avLst/>
          </a:prstGeom>
          <a:noFill/>
        </p:spPr>
        <p:txBody>
          <a:bodyPr lIns="76800" tIns="38400" rIns="76800" bIns="38400" anchor="ctr">
            <a:spAutoFit/>
          </a:bodyPr>
          <a:lstStyle>
            <a:defPPr>
              <a:defRPr lang="zh-CN"/>
            </a:defPPr>
            <a:lvl1pPr algn="ctr">
              <a:defRPr sz="6000" b="1">
                <a:gradFill>
                  <a:gsLst>
                    <a:gs pos="0">
                      <a:schemeClr val="bg1">
                        <a:shade val="30000"/>
                        <a:satMod val="115000"/>
                      </a:schemeClr>
                    </a:gs>
                    <a:gs pos="50000">
                      <a:schemeClr val="bg1">
                        <a:shade val="67500"/>
                        <a:satMod val="115000"/>
                      </a:schemeClr>
                    </a:gs>
                    <a:gs pos="100000">
                      <a:schemeClr val="bg1">
                        <a:shade val="100000"/>
                        <a:satMod val="115000"/>
                      </a:schemeClr>
                    </a:gs>
                  </a:gsLst>
                  <a:lin ang="16200000" scaled="1"/>
                </a:gra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10242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0" spc="504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谢谢！</a:t>
            </a:r>
          </a:p>
        </p:txBody>
      </p:sp>
      <p:sp>
        <p:nvSpPr>
          <p:cNvPr id="54332" name="矩形 3"/>
          <p:cNvSpPr>
            <a:spLocks noChangeArrowheads="1"/>
          </p:cNvSpPr>
          <p:nvPr/>
        </p:nvSpPr>
        <p:spPr bwMode="auto">
          <a:xfrm>
            <a:off x="4500397" y="4595813"/>
            <a:ext cx="4348501" cy="38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6773" tIns="38387" rIns="76773" bIns="38387">
            <a:spAutoFit/>
          </a:bodyPr>
          <a:lstStyle/>
          <a:p>
            <a:pPr algn="ctr"/>
            <a:r>
              <a:rPr lang="zh-CN" altLang="en-US" sz="2000" dirty="0">
                <a:latin typeface="Calibri" pitchFamily="34" charset="0"/>
              </a:rPr>
              <a:t>教师：关菲      计算机与控制工程学院</a:t>
            </a:r>
          </a:p>
        </p:txBody>
      </p:sp>
      <p:pic>
        <p:nvPicPr>
          <p:cNvPr id="15" name="Picture 15" descr="C:\Documents and Settings\Greg Byrd\My Documents\ece206\mh-slides\ch01\ch01-p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00" y="1202024"/>
            <a:ext cx="3535428" cy="299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B4C420-1B14-417E-9513-1577E3BF4F5A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PattPatel">
  <a:themeElements>
    <a:clrScheme name="PattPat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attPat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attPat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tPate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ttPate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tPate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tPate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tPate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ttPate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Settings\Greg Byrd\Application Data\Microsoft\Templates\PattPatel.pot</Template>
  <TotalTime>5504</TotalTime>
  <Words>1714</Words>
  <Application>Microsoft Office PowerPoint</Application>
  <PresentationFormat>全屏显示(4:3)</PresentationFormat>
  <Paragraphs>340</Paragraphs>
  <Slides>31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Courier</vt:lpstr>
      <vt:lpstr>CourierPS</vt:lpstr>
      <vt:lpstr>宋体</vt:lpstr>
      <vt:lpstr>隶书</vt:lpstr>
      <vt:lpstr>Arial</vt:lpstr>
      <vt:lpstr>Calibri</vt:lpstr>
      <vt:lpstr>Franklin Gothic Book</vt:lpstr>
      <vt:lpstr>Garamond</vt:lpstr>
      <vt:lpstr>Tahoma</vt:lpstr>
      <vt:lpstr>Times New Roman</vt:lpstr>
      <vt:lpstr>Wingdings</vt:lpstr>
      <vt:lpstr>PattPatel</vt:lpstr>
      <vt:lpstr>CorelDRAW</vt:lpstr>
      <vt:lpstr>Chapter 4 The Von Neumann Model</vt:lpstr>
      <vt:lpstr>Approach: Bottom Up </vt:lpstr>
      <vt:lpstr>PowerPoint 演示文稿</vt:lpstr>
      <vt:lpstr>PowerPoint 演示文稿</vt:lpstr>
      <vt:lpstr>ENIAC - The first electronic computer, 1946年</vt:lpstr>
      <vt:lpstr>The Stored Program Computer</vt:lpstr>
      <vt:lpstr>PowerPoint 演示文稿</vt:lpstr>
      <vt:lpstr>Von Neumann Model</vt:lpstr>
      <vt:lpstr>Memory</vt:lpstr>
      <vt:lpstr>Interface to Memory</vt:lpstr>
      <vt:lpstr>Processing Unit</vt:lpstr>
      <vt:lpstr>Input and Output</vt:lpstr>
      <vt:lpstr>Control Unit</vt:lpstr>
      <vt:lpstr>Instruction Processing</vt:lpstr>
      <vt:lpstr>Instruction</vt:lpstr>
      <vt:lpstr>Example: LC-3 ADD Instruction</vt:lpstr>
      <vt:lpstr>Example: LC-3 LDR Instruction</vt:lpstr>
      <vt:lpstr>Instruction Processing: FETCH</vt:lpstr>
      <vt:lpstr>Instruction Processing: DECODE</vt:lpstr>
      <vt:lpstr>Instruction Processing: EVALUATE ADDRESS</vt:lpstr>
      <vt:lpstr>Instruction Processing: FETCH OPERANDS</vt:lpstr>
      <vt:lpstr>Instruction Processing: EXECUTE</vt:lpstr>
      <vt:lpstr>Instruction Processing: STORE RESULT</vt:lpstr>
      <vt:lpstr>Changing the Sequence of Instructions</vt:lpstr>
      <vt:lpstr>Example: LC-3 JMP Instruction</vt:lpstr>
      <vt:lpstr>Instruction Processing Summary</vt:lpstr>
      <vt:lpstr>Control Unit State Diagram</vt:lpstr>
      <vt:lpstr>Stopping the Clock</vt:lpstr>
      <vt:lpstr>Summary: Von Neumann Model </vt:lpstr>
      <vt:lpstr>Summary: Instruction Processing </vt:lpstr>
      <vt:lpstr>PowerPoint 演示文稿</vt:lpstr>
    </vt:vector>
  </TitlesOfParts>
  <Company>North Carolina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Bits, Data Types, and Operations</dc:title>
  <dc:creator>Greg Byrd</dc:creator>
  <cp:lastModifiedBy>菲 关</cp:lastModifiedBy>
  <cp:revision>105</cp:revision>
  <cp:lastPrinted>1999-01-05T13:39:18Z</cp:lastPrinted>
  <dcterms:created xsi:type="dcterms:W3CDTF">2000-05-22T18:32:46Z</dcterms:created>
  <dcterms:modified xsi:type="dcterms:W3CDTF">2025-03-17T13:30:39Z</dcterms:modified>
  <cp:contentStatus/>
</cp:coreProperties>
</file>